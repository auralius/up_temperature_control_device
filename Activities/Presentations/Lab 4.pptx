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5D6E17-7D06-44D3-BA2D-514C8E8874CD}" v="52" dt="2020-06-01T08:16:23.056"/>
    <p1510:client id="{95AE71D0-6E31-4A64-9C6D-EC14C138CB14}" v="7" dt="2020-06-01T13:52:37.123"/>
    <p1510:client id="{D786D7F5-3B0C-470C-BCC7-79ECC3FE2B22}" v="302" dt="2020-06-01T08:52:21.5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70" d="100"/>
          <a:sy n="70" d="100"/>
        </p:scale>
        <p:origin x="45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555D6E17-7D06-44D3-BA2D-514C8E8874CD}"/>
    <pc:docChg chg="modSld">
      <pc:chgData name="" userId="" providerId="" clId="Web-{555D6E17-7D06-44D3-BA2D-514C8E8874CD}" dt="2020-06-01T08:16:21.400" v="49" actId="20577"/>
      <pc:docMkLst>
        <pc:docMk/>
      </pc:docMkLst>
      <pc:sldChg chg="modSp">
        <pc:chgData name="" userId="" providerId="" clId="Web-{555D6E17-7D06-44D3-BA2D-514C8E8874CD}" dt="2020-06-01T08:16:21.400" v="48" actId="20577"/>
        <pc:sldMkLst>
          <pc:docMk/>
          <pc:sldMk cId="109857222" sldId="256"/>
        </pc:sldMkLst>
        <pc:spChg chg="mod">
          <ac:chgData name="" userId="" providerId="" clId="Web-{555D6E17-7D06-44D3-BA2D-514C8E8874CD}" dt="2020-06-01T08:15:54.431" v="0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" userId="" providerId="" clId="Web-{555D6E17-7D06-44D3-BA2D-514C8E8874CD}" dt="2020-06-01T08:16:21.400" v="48" actId="20577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  <pc:docChgLst>
    <pc:chgData name="Auralius Manurung" clId="Web-{D786D7F5-3B0C-470C-BCC7-79ECC3FE2B22}"/>
    <pc:docChg chg="addSld modSld">
      <pc:chgData name="Auralius Manurung" userId="" providerId="" clId="Web-{D786D7F5-3B0C-470C-BCC7-79ECC3FE2B22}" dt="2020-06-01T08:52:21.510" v="298"/>
      <pc:docMkLst>
        <pc:docMk/>
      </pc:docMkLst>
      <pc:sldChg chg="addSp delSp modSp new">
        <pc:chgData name="Auralius Manurung" userId="" providerId="" clId="Web-{D786D7F5-3B0C-470C-BCC7-79ECC3FE2B22}" dt="2020-06-01T08:52:21.510" v="298"/>
        <pc:sldMkLst>
          <pc:docMk/>
          <pc:sldMk cId="2136960591" sldId="257"/>
        </pc:sldMkLst>
        <pc:spChg chg="mod">
          <ac:chgData name="Auralius Manurung" userId="" providerId="" clId="Web-{D786D7F5-3B0C-470C-BCC7-79ECC3FE2B22}" dt="2020-06-01T08:43:10.538" v="36" actId="20577"/>
          <ac:spMkLst>
            <pc:docMk/>
            <pc:sldMk cId="2136960591" sldId="257"/>
            <ac:spMk id="2" creationId="{FE975A55-B48F-400D-A69E-C45DC677D7EC}"/>
          </ac:spMkLst>
        </pc:spChg>
        <pc:spChg chg="del">
          <ac:chgData name="Auralius Manurung" userId="" providerId="" clId="Web-{D786D7F5-3B0C-470C-BCC7-79ECC3FE2B22}" dt="2020-06-01T08:47:27.757" v="75"/>
          <ac:spMkLst>
            <pc:docMk/>
            <pc:sldMk cId="2136960591" sldId="257"/>
            <ac:spMk id="3" creationId="{59BD59D1-383B-488B-8C0D-1D2BA136DDAA}"/>
          </ac:spMkLst>
        </pc:spChg>
        <pc:picChg chg="add mod ord">
          <ac:chgData name="Auralius Manurung" userId="" providerId="" clId="Web-{D786D7F5-3B0C-470C-BCC7-79ECC3FE2B22}" dt="2020-06-01T08:47:27.757" v="75"/>
          <ac:picMkLst>
            <pc:docMk/>
            <pc:sldMk cId="2136960591" sldId="257"/>
            <ac:picMk id="4" creationId="{FDE3C1D2-6937-4964-ACFB-194E83FE6778}"/>
          </ac:picMkLst>
        </pc:picChg>
        <pc:inkChg chg="add">
          <ac:chgData name="Auralius Manurung" userId="" providerId="" clId="Web-{D786D7F5-3B0C-470C-BCC7-79ECC3FE2B22}" dt="2020-06-01T08:48:18.933" v="76"/>
          <ac:inkMkLst>
            <pc:docMk/>
            <pc:sldMk cId="2136960591" sldId="257"/>
            <ac:inkMk id="5" creationId="{3D3CAFF7-EE98-4E43-BA90-95AFF1001A94}"/>
          </ac:inkMkLst>
        </pc:inkChg>
        <pc:inkChg chg="add del">
          <ac:chgData name="Auralius Manurung" userId="" providerId="" clId="Web-{D786D7F5-3B0C-470C-BCC7-79ECC3FE2B22}" dt="2020-06-01T08:49:04.638" v="102"/>
          <ac:inkMkLst>
            <pc:docMk/>
            <pc:sldMk cId="2136960591" sldId="257"/>
            <ac:inkMk id="6" creationId="{02C090C3-D051-4DD0-B9D6-3ACE04764E07}"/>
          </ac:inkMkLst>
        </pc:inkChg>
        <pc:inkChg chg="add del">
          <ac:chgData name="Auralius Manurung" userId="" providerId="" clId="Web-{D786D7F5-3B0C-470C-BCC7-79ECC3FE2B22}" dt="2020-06-01T08:49:04.638" v="101"/>
          <ac:inkMkLst>
            <pc:docMk/>
            <pc:sldMk cId="2136960591" sldId="257"/>
            <ac:inkMk id="7" creationId="{3BC6195C-3F84-4A5D-A368-5957568F49A0}"/>
          </ac:inkMkLst>
        </pc:inkChg>
        <pc:inkChg chg="add del">
          <ac:chgData name="Auralius Manurung" userId="" providerId="" clId="Web-{D786D7F5-3B0C-470C-BCC7-79ECC3FE2B22}" dt="2020-06-01T08:49:04.638" v="100"/>
          <ac:inkMkLst>
            <pc:docMk/>
            <pc:sldMk cId="2136960591" sldId="257"/>
            <ac:inkMk id="8" creationId="{51441E3D-6DA1-4FA5-992C-C75FC595C2FB}"/>
          </ac:inkMkLst>
        </pc:inkChg>
        <pc:inkChg chg="add del">
          <ac:chgData name="Auralius Manurung" userId="" providerId="" clId="Web-{D786D7F5-3B0C-470C-BCC7-79ECC3FE2B22}" dt="2020-06-01T08:49:04.638" v="99"/>
          <ac:inkMkLst>
            <pc:docMk/>
            <pc:sldMk cId="2136960591" sldId="257"/>
            <ac:inkMk id="9" creationId="{BBD89F29-D8EC-4FFF-B8E9-52FC6C73D26D}"/>
          </ac:inkMkLst>
        </pc:inkChg>
        <pc:inkChg chg="add del">
          <ac:chgData name="Auralius Manurung" userId="" providerId="" clId="Web-{D786D7F5-3B0C-470C-BCC7-79ECC3FE2B22}" dt="2020-06-01T08:49:04.623" v="98"/>
          <ac:inkMkLst>
            <pc:docMk/>
            <pc:sldMk cId="2136960591" sldId="257"/>
            <ac:inkMk id="10" creationId="{0E2EE732-DFE0-47B4-8BF6-D42B425AC2C6}"/>
          </ac:inkMkLst>
        </pc:inkChg>
        <pc:inkChg chg="add del">
          <ac:chgData name="Auralius Manurung" userId="" providerId="" clId="Web-{D786D7F5-3B0C-470C-BCC7-79ECC3FE2B22}" dt="2020-06-01T08:49:04.623" v="97"/>
          <ac:inkMkLst>
            <pc:docMk/>
            <pc:sldMk cId="2136960591" sldId="257"/>
            <ac:inkMk id="11" creationId="{0F3CC315-A859-46F3-AEEE-767489455ABC}"/>
          </ac:inkMkLst>
        </pc:inkChg>
        <pc:inkChg chg="add del">
          <ac:chgData name="Auralius Manurung" userId="" providerId="" clId="Web-{D786D7F5-3B0C-470C-BCC7-79ECC3FE2B22}" dt="2020-06-01T08:49:04.623" v="96"/>
          <ac:inkMkLst>
            <pc:docMk/>
            <pc:sldMk cId="2136960591" sldId="257"/>
            <ac:inkMk id="12" creationId="{7D09C4BE-5FAE-41EB-8783-B2BFB4781035}"/>
          </ac:inkMkLst>
        </pc:inkChg>
        <pc:inkChg chg="add del">
          <ac:chgData name="Auralius Manurung" userId="" providerId="" clId="Web-{D786D7F5-3B0C-470C-BCC7-79ECC3FE2B22}" dt="2020-06-01T08:49:04.623" v="95"/>
          <ac:inkMkLst>
            <pc:docMk/>
            <pc:sldMk cId="2136960591" sldId="257"/>
            <ac:inkMk id="13" creationId="{69FA8BDB-805D-4172-AC66-03179A0D8AC7}"/>
          </ac:inkMkLst>
        </pc:inkChg>
        <pc:inkChg chg="add del">
          <ac:chgData name="Auralius Manurung" userId="" providerId="" clId="Web-{D786D7F5-3B0C-470C-BCC7-79ECC3FE2B22}" dt="2020-06-01T08:49:04.623" v="94"/>
          <ac:inkMkLst>
            <pc:docMk/>
            <pc:sldMk cId="2136960591" sldId="257"/>
            <ac:inkMk id="14" creationId="{97391070-7881-4237-912E-F3A8EEEA6B45}"/>
          </ac:inkMkLst>
        </pc:inkChg>
        <pc:inkChg chg="add del">
          <ac:chgData name="Auralius Manurung" userId="" providerId="" clId="Web-{D786D7F5-3B0C-470C-BCC7-79ECC3FE2B22}" dt="2020-06-01T08:49:04.623" v="93"/>
          <ac:inkMkLst>
            <pc:docMk/>
            <pc:sldMk cId="2136960591" sldId="257"/>
            <ac:inkMk id="15" creationId="{743588EF-5E91-4CD3-B2DC-5422598006DC}"/>
          </ac:inkMkLst>
        </pc:inkChg>
        <pc:inkChg chg="add del">
          <ac:chgData name="Auralius Manurung" userId="" providerId="" clId="Web-{D786D7F5-3B0C-470C-BCC7-79ECC3FE2B22}" dt="2020-06-01T08:49:04.623" v="92"/>
          <ac:inkMkLst>
            <pc:docMk/>
            <pc:sldMk cId="2136960591" sldId="257"/>
            <ac:inkMk id="16" creationId="{FCA9E755-F3FD-4DA2-8713-AF3F67EAC6B5}"/>
          </ac:inkMkLst>
        </pc:inkChg>
        <pc:inkChg chg="add del">
          <ac:chgData name="Auralius Manurung" userId="" providerId="" clId="Web-{D786D7F5-3B0C-470C-BCC7-79ECC3FE2B22}" dt="2020-06-01T08:49:04.623" v="91"/>
          <ac:inkMkLst>
            <pc:docMk/>
            <pc:sldMk cId="2136960591" sldId="257"/>
            <ac:inkMk id="17" creationId="{571BDC00-36BD-40F9-98FF-28B2EE1D0512}"/>
          </ac:inkMkLst>
        </pc:inkChg>
        <pc:inkChg chg="add del">
          <ac:chgData name="Auralius Manurung" userId="" providerId="" clId="Web-{D786D7F5-3B0C-470C-BCC7-79ECC3FE2B22}" dt="2020-06-01T08:48:46.309" v="90"/>
          <ac:inkMkLst>
            <pc:docMk/>
            <pc:sldMk cId="2136960591" sldId="257"/>
            <ac:inkMk id="18" creationId="{878B1C33-2902-41C1-82BF-53ECD1CD20D7}"/>
          </ac:inkMkLst>
        </pc:inkChg>
        <pc:inkChg chg="add del">
          <ac:chgData name="Auralius Manurung" userId="" providerId="" clId="Web-{D786D7F5-3B0C-470C-BCC7-79ECC3FE2B22}" dt="2020-06-01T08:49:16.077" v="120"/>
          <ac:inkMkLst>
            <pc:docMk/>
            <pc:sldMk cId="2136960591" sldId="257"/>
            <ac:inkMk id="19" creationId="{072F142E-05E9-4EA3-A2C5-C1371715CE91}"/>
          </ac:inkMkLst>
        </pc:inkChg>
        <pc:inkChg chg="add del">
          <ac:chgData name="Auralius Manurung" userId="" providerId="" clId="Web-{D786D7F5-3B0C-470C-BCC7-79ECC3FE2B22}" dt="2020-06-01T08:49:16.077" v="119"/>
          <ac:inkMkLst>
            <pc:docMk/>
            <pc:sldMk cId="2136960591" sldId="257"/>
            <ac:inkMk id="20" creationId="{241357EA-169C-4C66-B70E-A2668FFE5097}"/>
          </ac:inkMkLst>
        </pc:inkChg>
        <pc:inkChg chg="add del">
          <ac:chgData name="Auralius Manurung" userId="" providerId="" clId="Web-{D786D7F5-3B0C-470C-BCC7-79ECC3FE2B22}" dt="2020-06-01T08:49:16.077" v="118"/>
          <ac:inkMkLst>
            <pc:docMk/>
            <pc:sldMk cId="2136960591" sldId="257"/>
            <ac:inkMk id="21" creationId="{9BBA3F3A-1B6E-434A-9498-0B610729DB64}"/>
          </ac:inkMkLst>
        </pc:inkChg>
        <pc:inkChg chg="add del">
          <ac:chgData name="Auralius Manurung" userId="" providerId="" clId="Web-{D786D7F5-3B0C-470C-BCC7-79ECC3FE2B22}" dt="2020-06-01T08:49:16.077" v="117"/>
          <ac:inkMkLst>
            <pc:docMk/>
            <pc:sldMk cId="2136960591" sldId="257"/>
            <ac:inkMk id="22" creationId="{7B5A742B-37D8-483B-A7EE-B7D6D5584B10}"/>
          </ac:inkMkLst>
        </pc:inkChg>
        <pc:inkChg chg="add del">
          <ac:chgData name="Auralius Manurung" userId="" providerId="" clId="Web-{D786D7F5-3B0C-470C-BCC7-79ECC3FE2B22}" dt="2020-06-01T08:49:16.077" v="116"/>
          <ac:inkMkLst>
            <pc:docMk/>
            <pc:sldMk cId="2136960591" sldId="257"/>
            <ac:inkMk id="23" creationId="{F04D2E72-4034-4A88-80CD-316DEBDEDE73}"/>
          </ac:inkMkLst>
        </pc:inkChg>
        <pc:inkChg chg="add del">
          <ac:chgData name="Auralius Manurung" userId="" providerId="" clId="Web-{D786D7F5-3B0C-470C-BCC7-79ECC3FE2B22}" dt="2020-06-01T08:49:16.077" v="115"/>
          <ac:inkMkLst>
            <pc:docMk/>
            <pc:sldMk cId="2136960591" sldId="257"/>
            <ac:inkMk id="24" creationId="{B4BD6D4D-D777-46AB-98A8-48FEA7564CE7}"/>
          </ac:inkMkLst>
        </pc:inkChg>
        <pc:inkChg chg="add del">
          <ac:chgData name="Auralius Manurung" userId="" providerId="" clId="Web-{D786D7F5-3B0C-470C-BCC7-79ECC3FE2B22}" dt="2020-06-01T08:49:16.077" v="114"/>
          <ac:inkMkLst>
            <pc:docMk/>
            <pc:sldMk cId="2136960591" sldId="257"/>
            <ac:inkMk id="25" creationId="{7A563242-5322-4AC4-B6DC-E615EA0AA805}"/>
          </ac:inkMkLst>
        </pc:inkChg>
        <pc:inkChg chg="add del">
          <ac:chgData name="Auralius Manurung" userId="" providerId="" clId="Web-{D786D7F5-3B0C-470C-BCC7-79ECC3FE2B22}" dt="2020-06-01T08:49:16.077" v="113"/>
          <ac:inkMkLst>
            <pc:docMk/>
            <pc:sldMk cId="2136960591" sldId="257"/>
            <ac:inkMk id="26" creationId="{1E815090-7FE3-4CAF-9E46-A059A0DA128D}"/>
          </ac:inkMkLst>
        </pc:inkChg>
        <pc:inkChg chg="add del">
          <ac:chgData name="Auralius Manurung" userId="" providerId="" clId="Web-{D786D7F5-3B0C-470C-BCC7-79ECC3FE2B22}" dt="2020-06-01T08:49:16.077" v="112"/>
          <ac:inkMkLst>
            <pc:docMk/>
            <pc:sldMk cId="2136960591" sldId="257"/>
            <ac:inkMk id="27" creationId="{6EEF73E8-5AB2-47D1-8751-B217953CC4EB}"/>
          </ac:inkMkLst>
        </pc:inkChg>
        <pc:inkChg chg="add">
          <ac:chgData name="Auralius Manurung" userId="" providerId="" clId="Web-{D786D7F5-3B0C-470C-BCC7-79ECC3FE2B22}" dt="2020-06-01T08:49:20.952" v="121"/>
          <ac:inkMkLst>
            <pc:docMk/>
            <pc:sldMk cId="2136960591" sldId="257"/>
            <ac:inkMk id="28" creationId="{32A1C324-EDAD-47B5-BCB3-824235077093}"/>
          </ac:inkMkLst>
        </pc:inkChg>
        <pc:inkChg chg="add">
          <ac:chgData name="Auralius Manurung" userId="" providerId="" clId="Web-{D786D7F5-3B0C-470C-BCC7-79ECC3FE2B22}" dt="2020-06-01T08:49:23.343" v="122"/>
          <ac:inkMkLst>
            <pc:docMk/>
            <pc:sldMk cId="2136960591" sldId="257"/>
            <ac:inkMk id="29" creationId="{E3FB3A43-7C4C-4306-986C-634D088F9E62}"/>
          </ac:inkMkLst>
        </pc:inkChg>
        <pc:inkChg chg="add">
          <ac:chgData name="Auralius Manurung" userId="" providerId="" clId="Web-{D786D7F5-3B0C-470C-BCC7-79ECC3FE2B22}" dt="2020-06-01T08:49:23.374" v="123"/>
          <ac:inkMkLst>
            <pc:docMk/>
            <pc:sldMk cId="2136960591" sldId="257"/>
            <ac:inkMk id="30" creationId="{7B2C87B7-CA1C-4E50-AA82-C3CE204D0107}"/>
          </ac:inkMkLst>
        </pc:inkChg>
        <pc:inkChg chg="add">
          <ac:chgData name="Auralius Manurung" userId="" providerId="" clId="Web-{D786D7F5-3B0C-470C-BCC7-79ECC3FE2B22}" dt="2020-06-01T08:49:23.405" v="124"/>
          <ac:inkMkLst>
            <pc:docMk/>
            <pc:sldMk cId="2136960591" sldId="257"/>
            <ac:inkMk id="31" creationId="{FBCA25F4-0BF1-41CD-805C-9F089B81E968}"/>
          </ac:inkMkLst>
        </pc:inkChg>
        <pc:inkChg chg="add">
          <ac:chgData name="Auralius Manurung" userId="" providerId="" clId="Web-{D786D7F5-3B0C-470C-BCC7-79ECC3FE2B22}" dt="2020-06-01T08:49:24.093" v="125"/>
          <ac:inkMkLst>
            <pc:docMk/>
            <pc:sldMk cId="2136960591" sldId="257"/>
            <ac:inkMk id="32" creationId="{36B86A1C-007F-4E9C-903E-741BCAA1C2DE}"/>
          </ac:inkMkLst>
        </pc:inkChg>
        <pc:inkChg chg="add">
          <ac:chgData name="Auralius Manurung" userId="" providerId="" clId="Web-{D786D7F5-3B0C-470C-BCC7-79ECC3FE2B22}" dt="2020-06-01T08:49:27.343" v="126"/>
          <ac:inkMkLst>
            <pc:docMk/>
            <pc:sldMk cId="2136960591" sldId="257"/>
            <ac:inkMk id="33" creationId="{8527B9B0-9450-457A-93FB-67D89CD789D1}"/>
          </ac:inkMkLst>
        </pc:inkChg>
        <pc:inkChg chg="add">
          <ac:chgData name="Auralius Manurung" userId="" providerId="" clId="Web-{D786D7F5-3B0C-470C-BCC7-79ECC3FE2B22}" dt="2020-06-01T08:49:27.343" v="127"/>
          <ac:inkMkLst>
            <pc:docMk/>
            <pc:sldMk cId="2136960591" sldId="257"/>
            <ac:inkMk id="34" creationId="{E0DFD57D-25B3-4F31-9B76-E8CD7D547606}"/>
          </ac:inkMkLst>
        </pc:inkChg>
        <pc:inkChg chg="add">
          <ac:chgData name="Auralius Manurung" userId="" providerId="" clId="Web-{D786D7F5-3B0C-470C-BCC7-79ECC3FE2B22}" dt="2020-06-01T08:49:27.390" v="128"/>
          <ac:inkMkLst>
            <pc:docMk/>
            <pc:sldMk cId="2136960591" sldId="257"/>
            <ac:inkMk id="35" creationId="{2D3C6F9E-4F83-4762-96D3-5928CC144165}"/>
          </ac:inkMkLst>
        </pc:inkChg>
        <pc:inkChg chg="add">
          <ac:chgData name="Auralius Manurung" userId="" providerId="" clId="Web-{D786D7F5-3B0C-470C-BCC7-79ECC3FE2B22}" dt="2020-06-01T08:49:27.452" v="129"/>
          <ac:inkMkLst>
            <pc:docMk/>
            <pc:sldMk cId="2136960591" sldId="257"/>
            <ac:inkMk id="36" creationId="{27238DA0-8DAE-45D3-B248-586786D8C761}"/>
          </ac:inkMkLst>
        </pc:inkChg>
        <pc:inkChg chg="add">
          <ac:chgData name="Auralius Manurung" userId="" providerId="" clId="Web-{D786D7F5-3B0C-470C-BCC7-79ECC3FE2B22}" dt="2020-06-01T08:49:33.093" v="130"/>
          <ac:inkMkLst>
            <pc:docMk/>
            <pc:sldMk cId="2136960591" sldId="257"/>
            <ac:inkMk id="37" creationId="{4B7BBE36-16E9-49B6-8DFA-85E8F678FAF1}"/>
          </ac:inkMkLst>
        </pc:inkChg>
        <pc:inkChg chg="add">
          <ac:chgData name="Auralius Manurung" userId="" providerId="" clId="Web-{D786D7F5-3B0C-470C-BCC7-79ECC3FE2B22}" dt="2020-06-01T08:49:33.093" v="131"/>
          <ac:inkMkLst>
            <pc:docMk/>
            <pc:sldMk cId="2136960591" sldId="257"/>
            <ac:inkMk id="38" creationId="{310EAC9B-862D-4ACB-BADE-ECBCEC65F7E9}"/>
          </ac:inkMkLst>
        </pc:inkChg>
        <pc:inkChg chg="add">
          <ac:chgData name="Auralius Manurung" userId="" providerId="" clId="Web-{D786D7F5-3B0C-470C-BCC7-79ECC3FE2B22}" dt="2020-06-01T08:49:33.141" v="132"/>
          <ac:inkMkLst>
            <pc:docMk/>
            <pc:sldMk cId="2136960591" sldId="257"/>
            <ac:inkMk id="39" creationId="{1069F130-BC7D-439E-98B2-69A176828936}"/>
          </ac:inkMkLst>
        </pc:inkChg>
        <pc:inkChg chg="add">
          <ac:chgData name="Auralius Manurung" userId="" providerId="" clId="Web-{D786D7F5-3B0C-470C-BCC7-79ECC3FE2B22}" dt="2020-06-01T08:49:33.218" v="133"/>
          <ac:inkMkLst>
            <pc:docMk/>
            <pc:sldMk cId="2136960591" sldId="257"/>
            <ac:inkMk id="40" creationId="{9DC2D3B1-46B8-422B-9DDB-EB96EC416C68}"/>
          </ac:inkMkLst>
        </pc:inkChg>
        <pc:inkChg chg="add">
          <ac:chgData name="Auralius Manurung" userId="" providerId="" clId="Web-{D786D7F5-3B0C-470C-BCC7-79ECC3FE2B22}" dt="2020-06-01T08:49:33.250" v="134"/>
          <ac:inkMkLst>
            <pc:docMk/>
            <pc:sldMk cId="2136960591" sldId="257"/>
            <ac:inkMk id="41" creationId="{CA83C144-1763-46D1-AABB-BD32A75F948A}"/>
          </ac:inkMkLst>
        </pc:inkChg>
        <pc:inkChg chg="add">
          <ac:chgData name="Auralius Manurung" userId="" providerId="" clId="Web-{D786D7F5-3B0C-470C-BCC7-79ECC3FE2B22}" dt="2020-06-01T08:49:47.516" v="135"/>
          <ac:inkMkLst>
            <pc:docMk/>
            <pc:sldMk cId="2136960591" sldId="257"/>
            <ac:inkMk id="42" creationId="{840B8FF8-DFCE-444E-9F55-CF94FAB3BCEE}"/>
          </ac:inkMkLst>
        </pc:inkChg>
        <pc:inkChg chg="add">
          <ac:chgData name="Auralius Manurung" userId="" providerId="" clId="Web-{D786D7F5-3B0C-470C-BCC7-79ECC3FE2B22}" dt="2020-06-01T08:49:47.516" v="136"/>
          <ac:inkMkLst>
            <pc:docMk/>
            <pc:sldMk cId="2136960591" sldId="257"/>
            <ac:inkMk id="43" creationId="{224698DB-BEA0-4B83-9EAC-CBB989BB2176}"/>
          </ac:inkMkLst>
        </pc:inkChg>
        <pc:inkChg chg="add">
          <ac:chgData name="Auralius Manurung" userId="" providerId="" clId="Web-{D786D7F5-3B0C-470C-BCC7-79ECC3FE2B22}" dt="2020-06-01T08:49:47.563" v="137"/>
          <ac:inkMkLst>
            <pc:docMk/>
            <pc:sldMk cId="2136960591" sldId="257"/>
            <ac:inkMk id="44" creationId="{E0847E42-7428-4BC4-ACAB-6528DE7719AF}"/>
          </ac:inkMkLst>
        </pc:inkChg>
        <pc:inkChg chg="add">
          <ac:chgData name="Auralius Manurung" userId="" providerId="" clId="Web-{D786D7F5-3B0C-470C-BCC7-79ECC3FE2B22}" dt="2020-06-01T08:49:47.563" v="138"/>
          <ac:inkMkLst>
            <pc:docMk/>
            <pc:sldMk cId="2136960591" sldId="257"/>
            <ac:inkMk id="45" creationId="{E0E8208A-C2CD-4AA4-AF1A-1A54BF3371C1}"/>
          </ac:inkMkLst>
        </pc:inkChg>
        <pc:inkChg chg="add">
          <ac:chgData name="Auralius Manurung" userId="" providerId="" clId="Web-{D786D7F5-3B0C-470C-BCC7-79ECC3FE2B22}" dt="2020-06-01T08:49:47.563" v="139"/>
          <ac:inkMkLst>
            <pc:docMk/>
            <pc:sldMk cId="2136960591" sldId="257"/>
            <ac:inkMk id="46" creationId="{C4E1A9B8-AC32-4518-9F64-CBED1D6B593C}"/>
          </ac:inkMkLst>
        </pc:inkChg>
        <pc:inkChg chg="add del">
          <ac:chgData name="Auralius Manurung" userId="" providerId="" clId="Web-{D786D7F5-3B0C-470C-BCC7-79ECC3FE2B22}" dt="2020-06-01T08:49:47.657" v="143"/>
          <ac:inkMkLst>
            <pc:docMk/>
            <pc:sldMk cId="2136960591" sldId="257"/>
            <ac:inkMk id="47" creationId="{302E0B10-8911-4120-9219-57048DB14AC3}"/>
          </ac:inkMkLst>
        </pc:inkChg>
        <pc:inkChg chg="add del">
          <ac:chgData name="Auralius Manurung" userId="" providerId="" clId="Web-{D786D7F5-3B0C-470C-BCC7-79ECC3FE2B22}" dt="2020-06-01T08:49:47.641" v="142"/>
          <ac:inkMkLst>
            <pc:docMk/>
            <pc:sldMk cId="2136960591" sldId="257"/>
            <ac:inkMk id="48" creationId="{157A55C8-84D8-4E12-871A-7D97386E7713}"/>
          </ac:inkMkLst>
        </pc:inkChg>
        <pc:inkChg chg="add">
          <ac:chgData name="Auralius Manurung" userId="" providerId="" clId="Web-{D786D7F5-3B0C-470C-BCC7-79ECC3FE2B22}" dt="2020-06-01T08:49:47.688" v="144"/>
          <ac:inkMkLst>
            <pc:docMk/>
            <pc:sldMk cId="2136960591" sldId="257"/>
            <ac:inkMk id="49" creationId="{0424E81A-EED6-438A-8801-806990B4C116}"/>
          </ac:inkMkLst>
        </pc:inkChg>
        <pc:inkChg chg="add">
          <ac:chgData name="Auralius Manurung" userId="" providerId="" clId="Web-{D786D7F5-3B0C-470C-BCC7-79ECC3FE2B22}" dt="2020-06-01T08:49:47.688" v="145"/>
          <ac:inkMkLst>
            <pc:docMk/>
            <pc:sldMk cId="2136960591" sldId="257"/>
            <ac:inkMk id="50" creationId="{B0342940-453D-4F67-9724-91748752C4D3}"/>
          </ac:inkMkLst>
        </pc:inkChg>
        <pc:inkChg chg="add">
          <ac:chgData name="Auralius Manurung" userId="" providerId="" clId="Web-{D786D7F5-3B0C-470C-BCC7-79ECC3FE2B22}" dt="2020-06-01T08:49:47.720" v="146"/>
          <ac:inkMkLst>
            <pc:docMk/>
            <pc:sldMk cId="2136960591" sldId="257"/>
            <ac:inkMk id="51" creationId="{60083048-CEBC-4A5A-841D-AD96CE40CFC4}"/>
          </ac:inkMkLst>
        </pc:inkChg>
        <pc:inkChg chg="add">
          <ac:chgData name="Auralius Manurung" userId="" providerId="" clId="Web-{D786D7F5-3B0C-470C-BCC7-79ECC3FE2B22}" dt="2020-06-01T08:49:47.751" v="147"/>
          <ac:inkMkLst>
            <pc:docMk/>
            <pc:sldMk cId="2136960591" sldId="257"/>
            <ac:inkMk id="52" creationId="{2E6327C4-7433-4178-B33E-19678556727B}"/>
          </ac:inkMkLst>
        </pc:inkChg>
        <pc:inkChg chg="add">
          <ac:chgData name="Auralius Manurung" userId="" providerId="" clId="Web-{D786D7F5-3B0C-470C-BCC7-79ECC3FE2B22}" dt="2020-06-01T08:49:47.751" v="148"/>
          <ac:inkMkLst>
            <pc:docMk/>
            <pc:sldMk cId="2136960591" sldId="257"/>
            <ac:inkMk id="53" creationId="{70F86312-433F-4FFD-89A7-D62CF86A008A}"/>
          </ac:inkMkLst>
        </pc:inkChg>
        <pc:inkChg chg="add">
          <ac:chgData name="Auralius Manurung" userId="" providerId="" clId="Web-{D786D7F5-3B0C-470C-BCC7-79ECC3FE2B22}" dt="2020-06-01T08:49:47.782" v="149"/>
          <ac:inkMkLst>
            <pc:docMk/>
            <pc:sldMk cId="2136960591" sldId="257"/>
            <ac:inkMk id="54" creationId="{DF8F87A9-EB2C-4299-9112-B5B5E51871E9}"/>
          </ac:inkMkLst>
        </pc:inkChg>
        <pc:inkChg chg="add">
          <ac:chgData name="Auralius Manurung" userId="" providerId="" clId="Web-{D786D7F5-3B0C-470C-BCC7-79ECC3FE2B22}" dt="2020-06-01T08:49:47.782" v="150"/>
          <ac:inkMkLst>
            <pc:docMk/>
            <pc:sldMk cId="2136960591" sldId="257"/>
            <ac:inkMk id="55" creationId="{2DA21B0E-A2A1-4620-9FF4-B076BB19E13B}"/>
          </ac:inkMkLst>
        </pc:inkChg>
        <pc:inkChg chg="add del">
          <ac:chgData name="Auralius Manurung" userId="" providerId="" clId="Web-{D786D7F5-3B0C-470C-BCC7-79ECC3FE2B22}" dt="2020-06-01T08:49:50.610" v="154"/>
          <ac:inkMkLst>
            <pc:docMk/>
            <pc:sldMk cId="2136960591" sldId="257"/>
            <ac:inkMk id="56" creationId="{7051111F-970C-4FCE-8ECA-DD863E01242F}"/>
          </ac:inkMkLst>
        </pc:inkChg>
        <pc:inkChg chg="add del">
          <ac:chgData name="Auralius Manurung" userId="" providerId="" clId="Web-{D786D7F5-3B0C-470C-BCC7-79ECC3FE2B22}" dt="2020-06-01T08:49:50.610" v="153"/>
          <ac:inkMkLst>
            <pc:docMk/>
            <pc:sldMk cId="2136960591" sldId="257"/>
            <ac:inkMk id="57" creationId="{2C18B9AC-4B8B-4D43-A982-BBF577FAE8DD}"/>
          </ac:inkMkLst>
        </pc:inkChg>
        <pc:inkChg chg="add">
          <ac:chgData name="Auralius Manurung" userId="" providerId="" clId="Web-{D786D7F5-3B0C-470C-BCC7-79ECC3FE2B22}" dt="2020-06-01T08:49:55.923" v="155"/>
          <ac:inkMkLst>
            <pc:docMk/>
            <pc:sldMk cId="2136960591" sldId="257"/>
            <ac:inkMk id="58" creationId="{F6FF5009-ED7F-490C-BC1D-5824326CF20E}"/>
          </ac:inkMkLst>
        </pc:inkChg>
        <pc:inkChg chg="add">
          <ac:chgData name="Auralius Manurung" userId="" providerId="" clId="Web-{D786D7F5-3B0C-470C-BCC7-79ECC3FE2B22}" dt="2020-06-01T08:49:55.923" v="156"/>
          <ac:inkMkLst>
            <pc:docMk/>
            <pc:sldMk cId="2136960591" sldId="257"/>
            <ac:inkMk id="59" creationId="{6AEBCD2B-A2F4-4334-89DF-83187D361C22}"/>
          </ac:inkMkLst>
        </pc:inkChg>
        <pc:inkChg chg="add">
          <ac:chgData name="Auralius Manurung" userId="" providerId="" clId="Web-{D786D7F5-3B0C-470C-BCC7-79ECC3FE2B22}" dt="2020-06-01T08:49:57.782" v="157"/>
          <ac:inkMkLst>
            <pc:docMk/>
            <pc:sldMk cId="2136960591" sldId="257"/>
            <ac:inkMk id="60" creationId="{5860E685-95A3-4547-B713-754C98B52CC9}"/>
          </ac:inkMkLst>
        </pc:inkChg>
        <pc:inkChg chg="add">
          <ac:chgData name="Auralius Manurung" userId="" providerId="" clId="Web-{D786D7F5-3B0C-470C-BCC7-79ECC3FE2B22}" dt="2020-06-01T08:49:58.642" v="158"/>
          <ac:inkMkLst>
            <pc:docMk/>
            <pc:sldMk cId="2136960591" sldId="257"/>
            <ac:inkMk id="61" creationId="{66815FF0-D487-4FEB-BC24-FE8AE2CBCA9A}"/>
          </ac:inkMkLst>
        </pc:inkChg>
        <pc:inkChg chg="add">
          <ac:chgData name="Auralius Manurung" userId="" providerId="" clId="Web-{D786D7F5-3B0C-470C-BCC7-79ECC3FE2B22}" dt="2020-06-01T08:50:06.299" v="159"/>
          <ac:inkMkLst>
            <pc:docMk/>
            <pc:sldMk cId="2136960591" sldId="257"/>
            <ac:inkMk id="62" creationId="{ABFFC756-C7C7-4445-BD21-607A1A6CE763}"/>
          </ac:inkMkLst>
        </pc:inkChg>
        <pc:inkChg chg="add">
          <ac:chgData name="Auralius Manurung" userId="" providerId="" clId="Web-{D786D7F5-3B0C-470C-BCC7-79ECC3FE2B22}" dt="2020-06-01T08:50:07.111" v="160"/>
          <ac:inkMkLst>
            <pc:docMk/>
            <pc:sldMk cId="2136960591" sldId="257"/>
            <ac:inkMk id="63" creationId="{82221032-4955-47A8-9F3C-DF6BDD326CCE}"/>
          </ac:inkMkLst>
        </pc:inkChg>
        <pc:inkChg chg="add">
          <ac:chgData name="Auralius Manurung" userId="" providerId="" clId="Web-{D786D7F5-3B0C-470C-BCC7-79ECC3FE2B22}" dt="2020-06-01T08:50:11.768" v="161"/>
          <ac:inkMkLst>
            <pc:docMk/>
            <pc:sldMk cId="2136960591" sldId="257"/>
            <ac:inkMk id="64" creationId="{3E8BBAA4-3286-404C-901D-A572BBD0AD1A}"/>
          </ac:inkMkLst>
        </pc:inkChg>
        <pc:inkChg chg="add">
          <ac:chgData name="Auralius Manurung" userId="" providerId="" clId="Web-{D786D7F5-3B0C-470C-BCC7-79ECC3FE2B22}" dt="2020-06-01T08:50:11.768" v="162"/>
          <ac:inkMkLst>
            <pc:docMk/>
            <pc:sldMk cId="2136960591" sldId="257"/>
            <ac:inkMk id="65" creationId="{6AB0F942-CF15-4972-9C22-9E5D4392D8D6}"/>
          </ac:inkMkLst>
        </pc:inkChg>
        <pc:inkChg chg="add">
          <ac:chgData name="Auralius Manurung" userId="" providerId="" clId="Web-{D786D7F5-3B0C-470C-BCC7-79ECC3FE2B22}" dt="2020-06-01T08:50:11.783" v="163"/>
          <ac:inkMkLst>
            <pc:docMk/>
            <pc:sldMk cId="2136960591" sldId="257"/>
            <ac:inkMk id="66" creationId="{8727003A-3DA8-4879-8893-D7BEE7874AC1}"/>
          </ac:inkMkLst>
        </pc:inkChg>
        <pc:inkChg chg="add">
          <ac:chgData name="Auralius Manurung" userId="" providerId="" clId="Web-{D786D7F5-3B0C-470C-BCC7-79ECC3FE2B22}" dt="2020-06-01T08:50:11.783" v="164"/>
          <ac:inkMkLst>
            <pc:docMk/>
            <pc:sldMk cId="2136960591" sldId="257"/>
            <ac:inkMk id="67" creationId="{6BBA9231-D765-49B3-B8E6-AED628C0644E}"/>
          </ac:inkMkLst>
        </pc:inkChg>
        <pc:inkChg chg="add">
          <ac:chgData name="Auralius Manurung" userId="" providerId="" clId="Web-{D786D7F5-3B0C-470C-BCC7-79ECC3FE2B22}" dt="2020-06-01T08:50:11.783" v="165"/>
          <ac:inkMkLst>
            <pc:docMk/>
            <pc:sldMk cId="2136960591" sldId="257"/>
            <ac:inkMk id="68" creationId="{1BC00429-34A5-426B-9AB4-A0746263986A}"/>
          </ac:inkMkLst>
        </pc:inkChg>
        <pc:inkChg chg="add">
          <ac:chgData name="Auralius Manurung" userId="" providerId="" clId="Web-{D786D7F5-3B0C-470C-BCC7-79ECC3FE2B22}" dt="2020-06-01T08:50:11.783" v="166"/>
          <ac:inkMkLst>
            <pc:docMk/>
            <pc:sldMk cId="2136960591" sldId="257"/>
            <ac:inkMk id="69" creationId="{947AC317-D4BD-4139-BAA3-C4BEEAF47438}"/>
          </ac:inkMkLst>
        </pc:inkChg>
        <pc:inkChg chg="add">
          <ac:chgData name="Auralius Manurung" userId="" providerId="" clId="Web-{D786D7F5-3B0C-470C-BCC7-79ECC3FE2B22}" dt="2020-06-01T08:50:11.799" v="167"/>
          <ac:inkMkLst>
            <pc:docMk/>
            <pc:sldMk cId="2136960591" sldId="257"/>
            <ac:inkMk id="70" creationId="{822D555A-4C02-484A-B9AB-BCEE34FA5176}"/>
          </ac:inkMkLst>
        </pc:inkChg>
        <pc:inkChg chg="add">
          <ac:chgData name="Auralius Manurung" userId="" providerId="" clId="Web-{D786D7F5-3B0C-470C-BCC7-79ECC3FE2B22}" dt="2020-06-01T08:50:15.877" v="168"/>
          <ac:inkMkLst>
            <pc:docMk/>
            <pc:sldMk cId="2136960591" sldId="257"/>
            <ac:inkMk id="71" creationId="{BBBF242E-49ED-4D30-9065-B60ADD8C2E65}"/>
          </ac:inkMkLst>
        </pc:inkChg>
        <pc:inkChg chg="add">
          <ac:chgData name="Auralius Manurung" userId="" providerId="" clId="Web-{D786D7F5-3B0C-470C-BCC7-79ECC3FE2B22}" dt="2020-06-01T08:50:15.877" v="169"/>
          <ac:inkMkLst>
            <pc:docMk/>
            <pc:sldMk cId="2136960591" sldId="257"/>
            <ac:inkMk id="72" creationId="{909AD85F-CED6-46B4-97F0-A284D25314BB}"/>
          </ac:inkMkLst>
        </pc:inkChg>
        <pc:inkChg chg="add">
          <ac:chgData name="Auralius Manurung" userId="" providerId="" clId="Web-{D786D7F5-3B0C-470C-BCC7-79ECC3FE2B22}" dt="2020-06-01T08:50:15.909" v="170"/>
          <ac:inkMkLst>
            <pc:docMk/>
            <pc:sldMk cId="2136960591" sldId="257"/>
            <ac:inkMk id="73" creationId="{E86B677D-2AEC-4ABC-ADFB-86E86E32E287}"/>
          </ac:inkMkLst>
        </pc:inkChg>
        <pc:inkChg chg="add">
          <ac:chgData name="Auralius Manurung" userId="" providerId="" clId="Web-{D786D7F5-3B0C-470C-BCC7-79ECC3FE2B22}" dt="2020-06-01T08:50:19.018" v="171"/>
          <ac:inkMkLst>
            <pc:docMk/>
            <pc:sldMk cId="2136960591" sldId="257"/>
            <ac:inkMk id="74" creationId="{491134CC-4D8D-4669-AD39-8226D93B6EB0}"/>
          </ac:inkMkLst>
        </pc:inkChg>
        <pc:inkChg chg="add">
          <ac:chgData name="Auralius Manurung" userId="" providerId="" clId="Web-{D786D7F5-3B0C-470C-BCC7-79ECC3FE2B22}" dt="2020-06-01T08:50:19.018" v="172"/>
          <ac:inkMkLst>
            <pc:docMk/>
            <pc:sldMk cId="2136960591" sldId="257"/>
            <ac:inkMk id="75" creationId="{F9DA9A98-3151-4627-A9E6-E5A11A32B065}"/>
          </ac:inkMkLst>
        </pc:inkChg>
        <pc:inkChg chg="add">
          <ac:chgData name="Auralius Manurung" userId="" providerId="" clId="Web-{D786D7F5-3B0C-470C-BCC7-79ECC3FE2B22}" dt="2020-06-01T08:50:19.018" v="173"/>
          <ac:inkMkLst>
            <pc:docMk/>
            <pc:sldMk cId="2136960591" sldId="257"/>
            <ac:inkMk id="76" creationId="{0BF6F974-797F-4E1E-9921-92D216935F4F}"/>
          </ac:inkMkLst>
        </pc:inkChg>
        <pc:inkChg chg="add">
          <ac:chgData name="Auralius Manurung" userId="" providerId="" clId="Web-{D786D7F5-3B0C-470C-BCC7-79ECC3FE2B22}" dt="2020-06-01T08:50:19.065" v="174"/>
          <ac:inkMkLst>
            <pc:docMk/>
            <pc:sldMk cId="2136960591" sldId="257"/>
            <ac:inkMk id="77" creationId="{69CAF54B-B07A-4BA7-A82E-BCF2FDEEDEC4}"/>
          </ac:inkMkLst>
        </pc:inkChg>
        <pc:inkChg chg="add">
          <ac:chgData name="Auralius Manurung" userId="" providerId="" clId="Web-{D786D7F5-3B0C-470C-BCC7-79ECC3FE2B22}" dt="2020-06-01T08:50:19.065" v="175"/>
          <ac:inkMkLst>
            <pc:docMk/>
            <pc:sldMk cId="2136960591" sldId="257"/>
            <ac:inkMk id="78" creationId="{C8DA6B1A-8437-419A-8E18-F840D5269465}"/>
          </ac:inkMkLst>
        </pc:inkChg>
        <pc:inkChg chg="add">
          <ac:chgData name="Auralius Manurung" userId="" providerId="" clId="Web-{D786D7F5-3B0C-470C-BCC7-79ECC3FE2B22}" dt="2020-06-01T08:50:19.065" v="176"/>
          <ac:inkMkLst>
            <pc:docMk/>
            <pc:sldMk cId="2136960591" sldId="257"/>
            <ac:inkMk id="79" creationId="{67E08367-4C87-48D1-B123-368EFC48A6D5}"/>
          </ac:inkMkLst>
        </pc:inkChg>
        <pc:inkChg chg="add">
          <ac:chgData name="Auralius Manurung" userId="" providerId="" clId="Web-{D786D7F5-3B0C-470C-BCC7-79ECC3FE2B22}" dt="2020-06-01T08:50:19.065" v="177"/>
          <ac:inkMkLst>
            <pc:docMk/>
            <pc:sldMk cId="2136960591" sldId="257"/>
            <ac:inkMk id="80" creationId="{BE690B2F-720B-4ADD-8C32-C3A77D66C5F2}"/>
          </ac:inkMkLst>
        </pc:inkChg>
        <pc:inkChg chg="add">
          <ac:chgData name="Auralius Manurung" userId="" providerId="" clId="Web-{D786D7F5-3B0C-470C-BCC7-79ECC3FE2B22}" dt="2020-06-01T08:50:21.378" v="178"/>
          <ac:inkMkLst>
            <pc:docMk/>
            <pc:sldMk cId="2136960591" sldId="257"/>
            <ac:inkMk id="81" creationId="{AAA96693-CF0E-4EC4-8F2D-E6C6DBF71385}"/>
          </ac:inkMkLst>
        </pc:inkChg>
        <pc:inkChg chg="add">
          <ac:chgData name="Auralius Manurung" userId="" providerId="" clId="Web-{D786D7F5-3B0C-470C-BCC7-79ECC3FE2B22}" dt="2020-06-01T08:50:21.378" v="179"/>
          <ac:inkMkLst>
            <pc:docMk/>
            <pc:sldMk cId="2136960591" sldId="257"/>
            <ac:inkMk id="82" creationId="{B8BCD4FD-796F-4C12-B140-B93B65604893}"/>
          </ac:inkMkLst>
        </pc:inkChg>
        <pc:inkChg chg="add del">
          <ac:chgData name="Auralius Manurung" userId="" providerId="" clId="Web-{D786D7F5-3B0C-470C-BCC7-79ECC3FE2B22}" dt="2020-06-01T08:50:26.378" v="187"/>
          <ac:inkMkLst>
            <pc:docMk/>
            <pc:sldMk cId="2136960591" sldId="257"/>
            <ac:inkMk id="83" creationId="{EF466202-00F3-4AAE-BF84-A83C45939387}"/>
          </ac:inkMkLst>
        </pc:inkChg>
        <pc:inkChg chg="add del">
          <ac:chgData name="Auralius Manurung" userId="" providerId="" clId="Web-{D786D7F5-3B0C-470C-BCC7-79ECC3FE2B22}" dt="2020-06-01T08:50:26.378" v="186"/>
          <ac:inkMkLst>
            <pc:docMk/>
            <pc:sldMk cId="2136960591" sldId="257"/>
            <ac:inkMk id="84" creationId="{142288AC-3F04-4C8C-A047-135D3270A898}"/>
          </ac:inkMkLst>
        </pc:inkChg>
        <pc:inkChg chg="add del">
          <ac:chgData name="Auralius Manurung" userId="" providerId="" clId="Web-{D786D7F5-3B0C-470C-BCC7-79ECC3FE2B22}" dt="2020-06-01T08:50:26.378" v="185"/>
          <ac:inkMkLst>
            <pc:docMk/>
            <pc:sldMk cId="2136960591" sldId="257"/>
            <ac:inkMk id="85" creationId="{21860379-5C40-4B0A-BD87-AE9A622BE43D}"/>
          </ac:inkMkLst>
        </pc:inkChg>
        <pc:inkChg chg="add del">
          <ac:chgData name="Auralius Manurung" userId="" providerId="" clId="Web-{D786D7F5-3B0C-470C-BCC7-79ECC3FE2B22}" dt="2020-06-01T08:50:26.378" v="184"/>
          <ac:inkMkLst>
            <pc:docMk/>
            <pc:sldMk cId="2136960591" sldId="257"/>
            <ac:inkMk id="86" creationId="{9D0A915D-CF38-4A92-A144-319024669798}"/>
          </ac:inkMkLst>
        </pc:inkChg>
        <pc:inkChg chg="add">
          <ac:chgData name="Auralius Manurung" userId="" providerId="" clId="Web-{D786D7F5-3B0C-470C-BCC7-79ECC3FE2B22}" dt="2020-06-01T08:50:31.738" v="188"/>
          <ac:inkMkLst>
            <pc:docMk/>
            <pc:sldMk cId="2136960591" sldId="257"/>
            <ac:inkMk id="87" creationId="{F84832ED-35DB-4FEA-B83D-4BC46287DD9B}"/>
          </ac:inkMkLst>
        </pc:inkChg>
        <pc:inkChg chg="add">
          <ac:chgData name="Auralius Manurung" userId="" providerId="" clId="Web-{D786D7F5-3B0C-470C-BCC7-79ECC3FE2B22}" dt="2020-06-01T08:50:31.753" v="189"/>
          <ac:inkMkLst>
            <pc:docMk/>
            <pc:sldMk cId="2136960591" sldId="257"/>
            <ac:inkMk id="88" creationId="{6A05D260-1021-40A4-AE00-FC787315F995}"/>
          </ac:inkMkLst>
        </pc:inkChg>
        <pc:inkChg chg="add">
          <ac:chgData name="Auralius Manurung" userId="" providerId="" clId="Web-{D786D7F5-3B0C-470C-BCC7-79ECC3FE2B22}" dt="2020-06-01T08:50:31.753" v="190"/>
          <ac:inkMkLst>
            <pc:docMk/>
            <pc:sldMk cId="2136960591" sldId="257"/>
            <ac:inkMk id="89" creationId="{F189A2D9-8E6D-44E6-B3CE-A5AAE36C8120}"/>
          </ac:inkMkLst>
        </pc:inkChg>
        <pc:inkChg chg="add del">
          <ac:chgData name="Auralius Manurung" userId="" providerId="" clId="Web-{D786D7F5-3B0C-470C-BCC7-79ECC3FE2B22}" dt="2020-06-01T08:50:35.816" v="196"/>
          <ac:inkMkLst>
            <pc:docMk/>
            <pc:sldMk cId="2136960591" sldId="257"/>
            <ac:inkMk id="90" creationId="{124CDE2A-95C4-4A76-8B69-9BCA4626C43F}"/>
          </ac:inkMkLst>
        </pc:inkChg>
        <pc:inkChg chg="add del">
          <ac:chgData name="Auralius Manurung" userId="" providerId="" clId="Web-{D786D7F5-3B0C-470C-BCC7-79ECC3FE2B22}" dt="2020-06-01T08:50:35.801" v="195"/>
          <ac:inkMkLst>
            <pc:docMk/>
            <pc:sldMk cId="2136960591" sldId="257"/>
            <ac:inkMk id="91" creationId="{CD6A6D22-96C5-4D9C-9345-0678840C8B5F}"/>
          </ac:inkMkLst>
        </pc:inkChg>
        <pc:inkChg chg="add del">
          <ac:chgData name="Auralius Manurung" userId="" providerId="" clId="Web-{D786D7F5-3B0C-470C-BCC7-79ECC3FE2B22}" dt="2020-06-01T08:50:35.801" v="194"/>
          <ac:inkMkLst>
            <pc:docMk/>
            <pc:sldMk cId="2136960591" sldId="257"/>
            <ac:inkMk id="92" creationId="{840C5158-55DF-4B54-9773-3A13EED86078}"/>
          </ac:inkMkLst>
        </pc:inkChg>
        <pc:inkChg chg="add">
          <ac:chgData name="Auralius Manurung" userId="" providerId="" clId="Web-{D786D7F5-3B0C-470C-BCC7-79ECC3FE2B22}" dt="2020-06-01T08:50:39.676" v="197"/>
          <ac:inkMkLst>
            <pc:docMk/>
            <pc:sldMk cId="2136960591" sldId="257"/>
            <ac:inkMk id="93" creationId="{E652F271-A0BA-4DA2-80C6-1751AE94900A}"/>
          </ac:inkMkLst>
        </pc:inkChg>
        <pc:inkChg chg="add">
          <ac:chgData name="Auralius Manurung" userId="" providerId="" clId="Web-{D786D7F5-3B0C-470C-BCC7-79ECC3FE2B22}" dt="2020-06-01T08:50:39.676" v="198"/>
          <ac:inkMkLst>
            <pc:docMk/>
            <pc:sldMk cId="2136960591" sldId="257"/>
            <ac:inkMk id="94" creationId="{5FD402BE-D0B7-4C0D-8F51-5E191E34D144}"/>
          </ac:inkMkLst>
        </pc:inkChg>
        <pc:inkChg chg="add del">
          <ac:chgData name="Auralius Manurung" userId="" providerId="" clId="Web-{D786D7F5-3B0C-470C-BCC7-79ECC3FE2B22}" dt="2020-06-01T08:50:58.177" v="228"/>
          <ac:inkMkLst>
            <pc:docMk/>
            <pc:sldMk cId="2136960591" sldId="257"/>
            <ac:inkMk id="95" creationId="{CE821046-7148-4E18-BCCB-49AB480B15AD}"/>
          </ac:inkMkLst>
        </pc:inkChg>
        <pc:inkChg chg="add del">
          <ac:chgData name="Auralius Manurung" userId="" providerId="" clId="Web-{D786D7F5-3B0C-470C-BCC7-79ECC3FE2B22}" dt="2020-06-01T08:50:58.177" v="227"/>
          <ac:inkMkLst>
            <pc:docMk/>
            <pc:sldMk cId="2136960591" sldId="257"/>
            <ac:inkMk id="96" creationId="{7CDF56C1-2345-49DD-91B8-2FD9CC3228CD}"/>
          </ac:inkMkLst>
        </pc:inkChg>
        <pc:inkChg chg="add del">
          <ac:chgData name="Auralius Manurung" userId="" providerId="" clId="Web-{D786D7F5-3B0C-470C-BCC7-79ECC3FE2B22}" dt="2020-06-01T08:50:58.177" v="226"/>
          <ac:inkMkLst>
            <pc:docMk/>
            <pc:sldMk cId="2136960591" sldId="257"/>
            <ac:inkMk id="97" creationId="{4ED881B6-6F45-4B40-9DED-7B77B1EB5743}"/>
          </ac:inkMkLst>
        </pc:inkChg>
        <pc:inkChg chg="add del">
          <ac:chgData name="Auralius Manurung" userId="" providerId="" clId="Web-{D786D7F5-3B0C-470C-BCC7-79ECC3FE2B22}" dt="2020-06-01T08:50:58.161" v="225"/>
          <ac:inkMkLst>
            <pc:docMk/>
            <pc:sldMk cId="2136960591" sldId="257"/>
            <ac:inkMk id="98" creationId="{E5A0E1F5-C079-4291-8D12-75E8F107ABCF}"/>
          </ac:inkMkLst>
        </pc:inkChg>
        <pc:inkChg chg="add del">
          <ac:chgData name="Auralius Manurung" userId="" providerId="" clId="Web-{D786D7F5-3B0C-470C-BCC7-79ECC3FE2B22}" dt="2020-06-01T08:50:58.161" v="224"/>
          <ac:inkMkLst>
            <pc:docMk/>
            <pc:sldMk cId="2136960591" sldId="257"/>
            <ac:inkMk id="99" creationId="{4CFBF700-6543-4A25-B41F-3CFBD6B0FB86}"/>
          </ac:inkMkLst>
        </pc:inkChg>
        <pc:inkChg chg="add del">
          <ac:chgData name="Auralius Manurung" userId="" providerId="" clId="Web-{D786D7F5-3B0C-470C-BCC7-79ECC3FE2B22}" dt="2020-06-01T08:50:58.161" v="223"/>
          <ac:inkMkLst>
            <pc:docMk/>
            <pc:sldMk cId="2136960591" sldId="257"/>
            <ac:inkMk id="100" creationId="{50ED54BC-5C82-4C66-A4E1-F9818EA92E4A}"/>
          </ac:inkMkLst>
        </pc:inkChg>
        <pc:inkChg chg="add del">
          <ac:chgData name="Auralius Manurung" userId="" providerId="" clId="Web-{D786D7F5-3B0C-470C-BCC7-79ECC3FE2B22}" dt="2020-06-01T08:50:58.161" v="222"/>
          <ac:inkMkLst>
            <pc:docMk/>
            <pc:sldMk cId="2136960591" sldId="257"/>
            <ac:inkMk id="101" creationId="{715D6B5E-2A96-490C-B184-0DA13C534A74}"/>
          </ac:inkMkLst>
        </pc:inkChg>
        <pc:inkChg chg="add del">
          <ac:chgData name="Auralius Manurung" userId="" providerId="" clId="Web-{D786D7F5-3B0C-470C-BCC7-79ECC3FE2B22}" dt="2020-06-01T08:50:58.161" v="221"/>
          <ac:inkMkLst>
            <pc:docMk/>
            <pc:sldMk cId="2136960591" sldId="257"/>
            <ac:inkMk id="102" creationId="{9D10C3D4-595F-40CE-A5E7-79F4A8FC066F}"/>
          </ac:inkMkLst>
        </pc:inkChg>
        <pc:inkChg chg="add del">
          <ac:chgData name="Auralius Manurung" userId="" providerId="" clId="Web-{D786D7F5-3B0C-470C-BCC7-79ECC3FE2B22}" dt="2020-06-01T08:50:58.161" v="220"/>
          <ac:inkMkLst>
            <pc:docMk/>
            <pc:sldMk cId="2136960591" sldId="257"/>
            <ac:inkMk id="103" creationId="{A48AA9FF-5316-43EA-BF46-EEA378822BF7}"/>
          </ac:inkMkLst>
        </pc:inkChg>
        <pc:inkChg chg="add del">
          <ac:chgData name="Auralius Manurung" userId="" providerId="" clId="Web-{D786D7F5-3B0C-470C-BCC7-79ECC3FE2B22}" dt="2020-06-01T08:50:58.161" v="219"/>
          <ac:inkMkLst>
            <pc:docMk/>
            <pc:sldMk cId="2136960591" sldId="257"/>
            <ac:inkMk id="104" creationId="{BBB826B7-CC4E-4B43-8E44-BC7F96F9F72B}"/>
          </ac:inkMkLst>
        </pc:inkChg>
        <pc:inkChg chg="add del">
          <ac:chgData name="Auralius Manurung" userId="" providerId="" clId="Web-{D786D7F5-3B0C-470C-BCC7-79ECC3FE2B22}" dt="2020-06-01T08:50:58.161" v="218"/>
          <ac:inkMkLst>
            <pc:docMk/>
            <pc:sldMk cId="2136960591" sldId="257"/>
            <ac:inkMk id="105" creationId="{43B27F2D-F3D5-4491-AF1B-4D53095F6309}"/>
          </ac:inkMkLst>
        </pc:inkChg>
        <pc:inkChg chg="add del">
          <ac:chgData name="Auralius Manurung" userId="" providerId="" clId="Web-{D786D7F5-3B0C-470C-BCC7-79ECC3FE2B22}" dt="2020-06-01T08:50:58.161" v="217"/>
          <ac:inkMkLst>
            <pc:docMk/>
            <pc:sldMk cId="2136960591" sldId="257"/>
            <ac:inkMk id="106" creationId="{E6DCD94B-BAD6-480B-BFFB-A797D7BF2A25}"/>
          </ac:inkMkLst>
        </pc:inkChg>
        <pc:inkChg chg="add del">
          <ac:chgData name="Auralius Manurung" userId="" providerId="" clId="Web-{D786D7F5-3B0C-470C-BCC7-79ECC3FE2B22}" dt="2020-06-01T08:50:58.161" v="216"/>
          <ac:inkMkLst>
            <pc:docMk/>
            <pc:sldMk cId="2136960591" sldId="257"/>
            <ac:inkMk id="107" creationId="{34392164-65C1-45EA-8D27-3E7931C6CC7C}"/>
          </ac:inkMkLst>
        </pc:inkChg>
        <pc:inkChg chg="add del">
          <ac:chgData name="Auralius Manurung" userId="" providerId="" clId="Web-{D786D7F5-3B0C-470C-BCC7-79ECC3FE2B22}" dt="2020-06-01T08:50:58.146" v="215"/>
          <ac:inkMkLst>
            <pc:docMk/>
            <pc:sldMk cId="2136960591" sldId="257"/>
            <ac:inkMk id="108" creationId="{AF11EA98-DBD7-4D4F-8849-373621FE2CF7}"/>
          </ac:inkMkLst>
        </pc:inkChg>
        <pc:inkChg chg="add del">
          <ac:chgData name="Auralius Manurung" userId="" providerId="" clId="Web-{D786D7F5-3B0C-470C-BCC7-79ECC3FE2B22}" dt="2020-06-01T08:50:58.146" v="214"/>
          <ac:inkMkLst>
            <pc:docMk/>
            <pc:sldMk cId="2136960591" sldId="257"/>
            <ac:inkMk id="109" creationId="{FD2778BD-7147-48BF-9E1A-BE63D511A546}"/>
          </ac:inkMkLst>
        </pc:inkChg>
        <pc:inkChg chg="add">
          <ac:chgData name="Auralius Manurung" userId="" providerId="" clId="Web-{D786D7F5-3B0C-470C-BCC7-79ECC3FE2B22}" dt="2020-06-01T08:51:01.912" v="229"/>
          <ac:inkMkLst>
            <pc:docMk/>
            <pc:sldMk cId="2136960591" sldId="257"/>
            <ac:inkMk id="110" creationId="{07805545-8271-40F6-BD29-2A49793EF399}"/>
          </ac:inkMkLst>
        </pc:inkChg>
        <pc:inkChg chg="add">
          <ac:chgData name="Auralius Manurung" userId="" providerId="" clId="Web-{D786D7F5-3B0C-470C-BCC7-79ECC3FE2B22}" dt="2020-06-01T08:51:01.912" v="230"/>
          <ac:inkMkLst>
            <pc:docMk/>
            <pc:sldMk cId="2136960591" sldId="257"/>
            <ac:inkMk id="111" creationId="{02E4DDBB-222B-4E48-B598-CE66A515E59D}"/>
          </ac:inkMkLst>
        </pc:inkChg>
        <pc:inkChg chg="add">
          <ac:chgData name="Auralius Manurung" userId="" providerId="" clId="Web-{D786D7F5-3B0C-470C-BCC7-79ECC3FE2B22}" dt="2020-06-01T08:51:03.599" v="231"/>
          <ac:inkMkLst>
            <pc:docMk/>
            <pc:sldMk cId="2136960591" sldId="257"/>
            <ac:inkMk id="112" creationId="{D9DC1EF1-956D-4CA4-B285-0B9959F6AE5C}"/>
          </ac:inkMkLst>
        </pc:inkChg>
        <pc:inkChg chg="add">
          <ac:chgData name="Auralius Manurung" userId="" providerId="" clId="Web-{D786D7F5-3B0C-470C-BCC7-79ECC3FE2B22}" dt="2020-06-01T08:51:03.599" v="232"/>
          <ac:inkMkLst>
            <pc:docMk/>
            <pc:sldMk cId="2136960591" sldId="257"/>
            <ac:inkMk id="113" creationId="{8C475E54-3E9C-4A86-BFFB-BD46CEC73D2C}"/>
          </ac:inkMkLst>
        </pc:inkChg>
        <pc:inkChg chg="add">
          <ac:chgData name="Auralius Manurung" userId="" providerId="" clId="Web-{D786D7F5-3B0C-470C-BCC7-79ECC3FE2B22}" dt="2020-06-01T08:51:03.615" v="233"/>
          <ac:inkMkLst>
            <pc:docMk/>
            <pc:sldMk cId="2136960591" sldId="257"/>
            <ac:inkMk id="114" creationId="{1C17D57B-F511-4D05-9E67-D7E7E825A98F}"/>
          </ac:inkMkLst>
        </pc:inkChg>
        <pc:inkChg chg="add">
          <ac:chgData name="Auralius Manurung" userId="" providerId="" clId="Web-{D786D7F5-3B0C-470C-BCC7-79ECC3FE2B22}" dt="2020-06-01T08:51:04.193" v="234"/>
          <ac:inkMkLst>
            <pc:docMk/>
            <pc:sldMk cId="2136960591" sldId="257"/>
            <ac:inkMk id="115" creationId="{20E7DADA-9E0E-47D7-992F-ABD425975A83}"/>
          </ac:inkMkLst>
        </pc:inkChg>
        <pc:inkChg chg="add">
          <ac:chgData name="Auralius Manurung" userId="" providerId="" clId="Web-{D786D7F5-3B0C-470C-BCC7-79ECC3FE2B22}" dt="2020-06-01T08:51:05.037" v="235"/>
          <ac:inkMkLst>
            <pc:docMk/>
            <pc:sldMk cId="2136960591" sldId="257"/>
            <ac:inkMk id="116" creationId="{E49F5F8E-EB01-429A-8FBC-F8B31555776B}"/>
          </ac:inkMkLst>
        </pc:inkChg>
        <pc:inkChg chg="add">
          <ac:chgData name="Auralius Manurung" userId="" providerId="" clId="Web-{D786D7F5-3B0C-470C-BCC7-79ECC3FE2B22}" dt="2020-06-01T08:51:05.677" v="236"/>
          <ac:inkMkLst>
            <pc:docMk/>
            <pc:sldMk cId="2136960591" sldId="257"/>
            <ac:inkMk id="117" creationId="{8D92E7B8-F878-46AC-97A7-16981616EAB8}"/>
          </ac:inkMkLst>
        </pc:inkChg>
        <pc:inkChg chg="add">
          <ac:chgData name="Auralius Manurung" userId="" providerId="" clId="Web-{D786D7F5-3B0C-470C-BCC7-79ECC3FE2B22}" dt="2020-06-01T08:51:09.256" v="237"/>
          <ac:inkMkLst>
            <pc:docMk/>
            <pc:sldMk cId="2136960591" sldId="257"/>
            <ac:inkMk id="118" creationId="{2B2FCB34-EA33-4D86-A5A2-131C9688DDCB}"/>
          </ac:inkMkLst>
        </pc:inkChg>
        <pc:inkChg chg="add">
          <ac:chgData name="Auralius Manurung" userId="" providerId="" clId="Web-{D786D7F5-3B0C-470C-BCC7-79ECC3FE2B22}" dt="2020-06-01T08:51:09.271" v="238"/>
          <ac:inkMkLst>
            <pc:docMk/>
            <pc:sldMk cId="2136960591" sldId="257"/>
            <ac:inkMk id="119" creationId="{E697222F-71ED-4922-B102-E533A1316A22}"/>
          </ac:inkMkLst>
        </pc:inkChg>
        <pc:inkChg chg="add">
          <ac:chgData name="Auralius Manurung" userId="" providerId="" clId="Web-{D786D7F5-3B0C-470C-BCC7-79ECC3FE2B22}" dt="2020-06-01T08:51:09.271" v="239"/>
          <ac:inkMkLst>
            <pc:docMk/>
            <pc:sldMk cId="2136960591" sldId="257"/>
            <ac:inkMk id="120" creationId="{A8F3A5C3-FF7F-4238-AEFB-D6E783BDD6F5}"/>
          </ac:inkMkLst>
        </pc:inkChg>
        <pc:inkChg chg="add">
          <ac:chgData name="Auralius Manurung" userId="" providerId="" clId="Web-{D786D7F5-3B0C-470C-BCC7-79ECC3FE2B22}" dt="2020-06-01T08:51:09.303" v="240"/>
          <ac:inkMkLst>
            <pc:docMk/>
            <pc:sldMk cId="2136960591" sldId="257"/>
            <ac:inkMk id="121" creationId="{3DC0EB88-6E85-4EDC-94DB-8CB3E4762EF2}"/>
          </ac:inkMkLst>
        </pc:inkChg>
        <pc:inkChg chg="add">
          <ac:chgData name="Auralius Manurung" userId="" providerId="" clId="Web-{D786D7F5-3B0C-470C-BCC7-79ECC3FE2B22}" dt="2020-06-01T08:51:09.318" v="241"/>
          <ac:inkMkLst>
            <pc:docMk/>
            <pc:sldMk cId="2136960591" sldId="257"/>
            <ac:inkMk id="122" creationId="{1CA8BC3E-5C7B-4C78-8AB8-86B610CF6D9B}"/>
          </ac:inkMkLst>
        </pc:inkChg>
        <pc:inkChg chg="add">
          <ac:chgData name="Auralius Manurung" userId="" providerId="" clId="Web-{D786D7F5-3B0C-470C-BCC7-79ECC3FE2B22}" dt="2020-06-01T08:51:09.318" v="242"/>
          <ac:inkMkLst>
            <pc:docMk/>
            <pc:sldMk cId="2136960591" sldId="257"/>
            <ac:inkMk id="123" creationId="{8ABFB4EC-9B37-4172-A4A7-208593AFFBD1}"/>
          </ac:inkMkLst>
        </pc:inkChg>
        <pc:inkChg chg="add">
          <ac:chgData name="Auralius Manurung" userId="" providerId="" clId="Web-{D786D7F5-3B0C-470C-BCC7-79ECC3FE2B22}" dt="2020-06-01T08:51:09.318" v="243"/>
          <ac:inkMkLst>
            <pc:docMk/>
            <pc:sldMk cId="2136960591" sldId="257"/>
            <ac:inkMk id="124" creationId="{14D33F20-A411-4878-879A-90CACCAE6557}"/>
          </ac:inkMkLst>
        </pc:inkChg>
        <pc:inkChg chg="add">
          <ac:chgData name="Auralius Manurung" userId="" providerId="" clId="Web-{D786D7F5-3B0C-470C-BCC7-79ECC3FE2B22}" dt="2020-06-01T08:51:09.334" v="244"/>
          <ac:inkMkLst>
            <pc:docMk/>
            <pc:sldMk cId="2136960591" sldId="257"/>
            <ac:inkMk id="125" creationId="{A7A1D7AF-A0FF-476C-B221-62CDFC66C175}"/>
          </ac:inkMkLst>
        </pc:inkChg>
        <pc:inkChg chg="add">
          <ac:chgData name="Auralius Manurung" userId="" providerId="" clId="Web-{D786D7F5-3B0C-470C-BCC7-79ECC3FE2B22}" dt="2020-06-01T08:51:09.334" v="245"/>
          <ac:inkMkLst>
            <pc:docMk/>
            <pc:sldMk cId="2136960591" sldId="257"/>
            <ac:inkMk id="126" creationId="{7A9D8AA9-B1F7-4EF9-92F1-DDFCD19B48EE}"/>
          </ac:inkMkLst>
        </pc:inkChg>
        <pc:inkChg chg="add">
          <ac:chgData name="Auralius Manurung" userId="" providerId="" clId="Web-{D786D7F5-3B0C-470C-BCC7-79ECC3FE2B22}" dt="2020-06-01T08:51:09.334" v="246"/>
          <ac:inkMkLst>
            <pc:docMk/>
            <pc:sldMk cId="2136960591" sldId="257"/>
            <ac:inkMk id="127" creationId="{1B46937A-8344-47B4-A045-E4E1291819B9}"/>
          </ac:inkMkLst>
        </pc:inkChg>
        <pc:inkChg chg="add">
          <ac:chgData name="Auralius Manurung" userId="" providerId="" clId="Web-{D786D7F5-3B0C-470C-BCC7-79ECC3FE2B22}" dt="2020-06-01T08:51:11.490" v="247"/>
          <ac:inkMkLst>
            <pc:docMk/>
            <pc:sldMk cId="2136960591" sldId="257"/>
            <ac:inkMk id="128" creationId="{3ECE8D87-2707-4662-82BE-61F4A8DA0A04}"/>
          </ac:inkMkLst>
        </pc:inkChg>
        <pc:inkChg chg="add">
          <ac:chgData name="Auralius Manurung" userId="" providerId="" clId="Web-{D786D7F5-3B0C-470C-BCC7-79ECC3FE2B22}" dt="2020-06-01T08:51:11.490" v="248"/>
          <ac:inkMkLst>
            <pc:docMk/>
            <pc:sldMk cId="2136960591" sldId="257"/>
            <ac:inkMk id="129" creationId="{C493DBF7-9280-4A3A-8FDF-7D7F2D95871C}"/>
          </ac:inkMkLst>
        </pc:inkChg>
        <pc:inkChg chg="add">
          <ac:chgData name="Auralius Manurung" userId="" providerId="" clId="Web-{D786D7F5-3B0C-470C-BCC7-79ECC3FE2B22}" dt="2020-06-01T08:51:11.506" v="249"/>
          <ac:inkMkLst>
            <pc:docMk/>
            <pc:sldMk cId="2136960591" sldId="257"/>
            <ac:inkMk id="130" creationId="{3DD87FD4-BC30-4A50-952D-B10AE5D75500}"/>
          </ac:inkMkLst>
        </pc:inkChg>
        <pc:inkChg chg="add">
          <ac:chgData name="Auralius Manurung" userId="" providerId="" clId="Web-{D786D7F5-3B0C-470C-BCC7-79ECC3FE2B22}" dt="2020-06-01T08:51:11.506" v="250"/>
          <ac:inkMkLst>
            <pc:docMk/>
            <pc:sldMk cId="2136960591" sldId="257"/>
            <ac:inkMk id="131" creationId="{E0E05992-D1AA-4319-B4C4-A1C81F4F78B9}"/>
          </ac:inkMkLst>
        </pc:inkChg>
        <pc:inkChg chg="add">
          <ac:chgData name="Auralius Manurung" userId="" providerId="" clId="Web-{D786D7F5-3B0C-470C-BCC7-79ECC3FE2B22}" dt="2020-06-01T08:51:11.506" v="251"/>
          <ac:inkMkLst>
            <pc:docMk/>
            <pc:sldMk cId="2136960591" sldId="257"/>
            <ac:inkMk id="132" creationId="{616DA6F4-063B-4479-92A2-FD04C57936D9}"/>
          </ac:inkMkLst>
        </pc:inkChg>
        <pc:inkChg chg="add">
          <ac:chgData name="Auralius Manurung" userId="" providerId="" clId="Web-{D786D7F5-3B0C-470C-BCC7-79ECC3FE2B22}" dt="2020-06-01T08:51:14.803" v="252"/>
          <ac:inkMkLst>
            <pc:docMk/>
            <pc:sldMk cId="2136960591" sldId="257"/>
            <ac:inkMk id="133" creationId="{20466560-360F-4563-BF16-05BEB93BDC65}"/>
          </ac:inkMkLst>
        </pc:inkChg>
        <pc:inkChg chg="add">
          <ac:chgData name="Auralius Manurung" userId="" providerId="" clId="Web-{D786D7F5-3B0C-470C-BCC7-79ECC3FE2B22}" dt="2020-06-01T08:51:14.803" v="253"/>
          <ac:inkMkLst>
            <pc:docMk/>
            <pc:sldMk cId="2136960591" sldId="257"/>
            <ac:inkMk id="134" creationId="{CDA1837E-1CFF-41AD-8CDE-2CE1E793CC66}"/>
          </ac:inkMkLst>
        </pc:inkChg>
        <pc:inkChg chg="add">
          <ac:chgData name="Auralius Manurung" userId="" providerId="" clId="Web-{D786D7F5-3B0C-470C-BCC7-79ECC3FE2B22}" dt="2020-06-01T08:51:14.803" v="254"/>
          <ac:inkMkLst>
            <pc:docMk/>
            <pc:sldMk cId="2136960591" sldId="257"/>
            <ac:inkMk id="135" creationId="{E4C7F479-B2D2-4978-B562-91C5DFF77882}"/>
          </ac:inkMkLst>
        </pc:inkChg>
        <pc:inkChg chg="add">
          <ac:chgData name="Auralius Manurung" userId="" providerId="" clId="Web-{D786D7F5-3B0C-470C-BCC7-79ECC3FE2B22}" dt="2020-06-01T08:51:17.584" v="255"/>
          <ac:inkMkLst>
            <pc:docMk/>
            <pc:sldMk cId="2136960591" sldId="257"/>
            <ac:inkMk id="136" creationId="{8A10272B-FB41-4C3E-B008-1294D1178197}"/>
          </ac:inkMkLst>
        </pc:inkChg>
        <pc:inkChg chg="add">
          <ac:chgData name="Auralius Manurung" userId="" providerId="" clId="Web-{D786D7F5-3B0C-470C-BCC7-79ECC3FE2B22}" dt="2020-06-01T08:51:17.600" v="256"/>
          <ac:inkMkLst>
            <pc:docMk/>
            <pc:sldMk cId="2136960591" sldId="257"/>
            <ac:inkMk id="137" creationId="{F45EC76E-682D-4C90-9A7D-5CDB2CA0A75E}"/>
          </ac:inkMkLst>
        </pc:inkChg>
        <pc:inkChg chg="add">
          <ac:chgData name="Auralius Manurung" userId="" providerId="" clId="Web-{D786D7F5-3B0C-470C-BCC7-79ECC3FE2B22}" dt="2020-06-01T08:51:17.600" v="257"/>
          <ac:inkMkLst>
            <pc:docMk/>
            <pc:sldMk cId="2136960591" sldId="257"/>
            <ac:inkMk id="138" creationId="{FCAC123F-534D-4996-A71C-80BD778B7AD1}"/>
          </ac:inkMkLst>
        </pc:inkChg>
        <pc:inkChg chg="add">
          <ac:chgData name="Auralius Manurung" userId="" providerId="" clId="Web-{D786D7F5-3B0C-470C-BCC7-79ECC3FE2B22}" dt="2020-06-01T08:51:17.600" v="258"/>
          <ac:inkMkLst>
            <pc:docMk/>
            <pc:sldMk cId="2136960591" sldId="257"/>
            <ac:inkMk id="139" creationId="{670A9C41-3FC2-47B6-8437-2E980957AD42}"/>
          </ac:inkMkLst>
        </pc:inkChg>
        <pc:inkChg chg="add">
          <ac:chgData name="Auralius Manurung" userId="" providerId="" clId="Web-{D786D7F5-3B0C-470C-BCC7-79ECC3FE2B22}" dt="2020-06-01T08:51:18.085" v="259"/>
          <ac:inkMkLst>
            <pc:docMk/>
            <pc:sldMk cId="2136960591" sldId="257"/>
            <ac:inkMk id="140" creationId="{B53CB8E7-FF04-49A3-91FC-773A9143F24C}"/>
          </ac:inkMkLst>
        </pc:inkChg>
        <pc:inkChg chg="add">
          <ac:chgData name="Auralius Manurung" userId="" providerId="" clId="Web-{D786D7F5-3B0C-470C-BCC7-79ECC3FE2B22}" dt="2020-06-01T08:51:18.085" v="260"/>
          <ac:inkMkLst>
            <pc:docMk/>
            <pc:sldMk cId="2136960591" sldId="257"/>
            <ac:inkMk id="141" creationId="{5BF7A4BD-0B08-4A54-B17C-FE5288578DD7}"/>
          </ac:inkMkLst>
        </pc:inkChg>
        <pc:inkChg chg="add">
          <ac:chgData name="Auralius Manurung" userId="" providerId="" clId="Web-{D786D7F5-3B0C-470C-BCC7-79ECC3FE2B22}" dt="2020-06-01T08:51:18.085" v="261"/>
          <ac:inkMkLst>
            <pc:docMk/>
            <pc:sldMk cId="2136960591" sldId="257"/>
            <ac:inkMk id="142" creationId="{A27AAE2B-682C-40B0-902D-3C8EE7440D7C}"/>
          </ac:inkMkLst>
        </pc:inkChg>
        <pc:inkChg chg="add">
          <ac:chgData name="Auralius Manurung" userId="" providerId="" clId="Web-{D786D7F5-3B0C-470C-BCC7-79ECC3FE2B22}" dt="2020-06-01T08:51:19.569" v="262"/>
          <ac:inkMkLst>
            <pc:docMk/>
            <pc:sldMk cId="2136960591" sldId="257"/>
            <ac:inkMk id="143" creationId="{4E24CB96-AC37-403F-A862-7548A86598CD}"/>
          </ac:inkMkLst>
        </pc:inkChg>
        <pc:inkChg chg="add">
          <ac:chgData name="Auralius Manurung" userId="" providerId="" clId="Web-{D786D7F5-3B0C-470C-BCC7-79ECC3FE2B22}" dt="2020-06-01T08:51:19.585" v="263"/>
          <ac:inkMkLst>
            <pc:docMk/>
            <pc:sldMk cId="2136960591" sldId="257"/>
            <ac:inkMk id="144" creationId="{0B09A311-EB35-479D-8900-F6EAA15DB7A6}"/>
          </ac:inkMkLst>
        </pc:inkChg>
        <pc:inkChg chg="add">
          <ac:chgData name="Auralius Manurung" userId="" providerId="" clId="Web-{D786D7F5-3B0C-470C-BCC7-79ECC3FE2B22}" dt="2020-06-01T08:51:20.397" v="264"/>
          <ac:inkMkLst>
            <pc:docMk/>
            <pc:sldMk cId="2136960591" sldId="257"/>
            <ac:inkMk id="145" creationId="{C41825AB-0B27-44C4-91C5-88AC240B7344}"/>
          </ac:inkMkLst>
        </pc:inkChg>
        <pc:inkChg chg="add">
          <ac:chgData name="Auralius Manurung" userId="" providerId="" clId="Web-{D786D7F5-3B0C-470C-BCC7-79ECC3FE2B22}" dt="2020-06-01T08:51:20.397" v="265"/>
          <ac:inkMkLst>
            <pc:docMk/>
            <pc:sldMk cId="2136960591" sldId="257"/>
            <ac:inkMk id="146" creationId="{C2F358F2-BBCA-4484-BD99-939A345AF4EA}"/>
          </ac:inkMkLst>
        </pc:inkChg>
        <pc:inkChg chg="add">
          <ac:chgData name="Auralius Manurung" userId="" providerId="" clId="Web-{D786D7F5-3B0C-470C-BCC7-79ECC3FE2B22}" dt="2020-06-01T08:51:21.725" v="266"/>
          <ac:inkMkLst>
            <pc:docMk/>
            <pc:sldMk cId="2136960591" sldId="257"/>
            <ac:inkMk id="147" creationId="{81201C64-F939-4EE5-9ED2-CE6BFEF7AEAC}"/>
          </ac:inkMkLst>
        </pc:inkChg>
        <pc:inkChg chg="add">
          <ac:chgData name="Auralius Manurung" userId="" providerId="" clId="Web-{D786D7F5-3B0C-470C-BCC7-79ECC3FE2B22}" dt="2020-06-01T08:51:21.725" v="267"/>
          <ac:inkMkLst>
            <pc:docMk/>
            <pc:sldMk cId="2136960591" sldId="257"/>
            <ac:inkMk id="148" creationId="{FAD86C33-4936-4757-9727-2936066D891E}"/>
          </ac:inkMkLst>
        </pc:inkChg>
        <pc:inkChg chg="add">
          <ac:chgData name="Auralius Manurung" userId="" providerId="" clId="Web-{D786D7F5-3B0C-470C-BCC7-79ECC3FE2B22}" dt="2020-06-01T08:51:21.725" v="268"/>
          <ac:inkMkLst>
            <pc:docMk/>
            <pc:sldMk cId="2136960591" sldId="257"/>
            <ac:inkMk id="149" creationId="{621D0D71-B66A-4AA7-943E-2429ADEC52E1}"/>
          </ac:inkMkLst>
        </pc:inkChg>
        <pc:inkChg chg="add">
          <ac:chgData name="Auralius Manurung" userId="" providerId="" clId="Web-{D786D7F5-3B0C-470C-BCC7-79ECC3FE2B22}" dt="2020-06-01T08:51:21.725" v="269"/>
          <ac:inkMkLst>
            <pc:docMk/>
            <pc:sldMk cId="2136960591" sldId="257"/>
            <ac:inkMk id="150" creationId="{C11A19B9-7168-4FF6-A4B6-4A6B919E859D}"/>
          </ac:inkMkLst>
        </pc:inkChg>
        <pc:inkChg chg="add del">
          <ac:chgData name="Auralius Manurung" userId="" providerId="" clId="Web-{D786D7F5-3B0C-470C-BCC7-79ECC3FE2B22}" dt="2020-06-01T08:51:39.758" v="273"/>
          <ac:inkMkLst>
            <pc:docMk/>
            <pc:sldMk cId="2136960591" sldId="257"/>
            <ac:inkMk id="151" creationId="{24786E65-C708-424B-8663-C45344499868}"/>
          </ac:inkMkLst>
        </pc:inkChg>
        <pc:inkChg chg="add del">
          <ac:chgData name="Auralius Manurung" userId="" providerId="" clId="Web-{D786D7F5-3B0C-470C-BCC7-79ECC3FE2B22}" dt="2020-06-01T08:51:39.758" v="272"/>
          <ac:inkMkLst>
            <pc:docMk/>
            <pc:sldMk cId="2136960591" sldId="257"/>
            <ac:inkMk id="152" creationId="{69EF15A0-EC77-4A89-AE0C-6361F94B5DD9}"/>
          </ac:inkMkLst>
        </pc:inkChg>
        <pc:inkChg chg="add">
          <ac:chgData name="Auralius Manurung" userId="" providerId="" clId="Web-{D786D7F5-3B0C-470C-BCC7-79ECC3FE2B22}" dt="2020-06-01T08:51:44.196" v="274"/>
          <ac:inkMkLst>
            <pc:docMk/>
            <pc:sldMk cId="2136960591" sldId="257"/>
            <ac:inkMk id="153" creationId="{DA7A811E-8EB7-4E9C-8355-DE6FFD9432CC}"/>
          </ac:inkMkLst>
        </pc:inkChg>
        <pc:inkChg chg="add">
          <ac:chgData name="Auralius Manurung" userId="" providerId="" clId="Web-{D786D7F5-3B0C-470C-BCC7-79ECC3FE2B22}" dt="2020-06-01T08:51:44.211" v="275"/>
          <ac:inkMkLst>
            <pc:docMk/>
            <pc:sldMk cId="2136960591" sldId="257"/>
            <ac:inkMk id="154" creationId="{FE7BAF8F-0B17-4492-BE9A-0E8EFEFDC8C8}"/>
          </ac:inkMkLst>
        </pc:inkChg>
        <pc:inkChg chg="add">
          <ac:chgData name="Auralius Manurung" userId="" providerId="" clId="Web-{D786D7F5-3B0C-470C-BCC7-79ECC3FE2B22}" dt="2020-06-01T08:51:45.008" v="276"/>
          <ac:inkMkLst>
            <pc:docMk/>
            <pc:sldMk cId="2136960591" sldId="257"/>
            <ac:inkMk id="155" creationId="{0FED752B-8078-45B1-9CF0-1843D903BA81}"/>
          </ac:inkMkLst>
        </pc:inkChg>
        <pc:inkChg chg="add">
          <ac:chgData name="Auralius Manurung" userId="" providerId="" clId="Web-{D786D7F5-3B0C-470C-BCC7-79ECC3FE2B22}" dt="2020-06-01T08:51:54.618" v="277"/>
          <ac:inkMkLst>
            <pc:docMk/>
            <pc:sldMk cId="2136960591" sldId="257"/>
            <ac:inkMk id="156" creationId="{6C0E935A-CEF3-4DF2-8020-99DA11C17E1B}"/>
          </ac:inkMkLst>
        </pc:inkChg>
        <pc:inkChg chg="add">
          <ac:chgData name="Auralius Manurung" userId="" providerId="" clId="Web-{D786D7F5-3B0C-470C-BCC7-79ECC3FE2B22}" dt="2020-06-01T08:51:54.634" v="278"/>
          <ac:inkMkLst>
            <pc:docMk/>
            <pc:sldMk cId="2136960591" sldId="257"/>
            <ac:inkMk id="157" creationId="{89F82934-AE12-40F6-AF51-4453224DD215}"/>
          </ac:inkMkLst>
        </pc:inkChg>
        <pc:inkChg chg="add">
          <ac:chgData name="Auralius Manurung" userId="" providerId="" clId="Web-{D786D7F5-3B0C-470C-BCC7-79ECC3FE2B22}" dt="2020-06-01T08:51:59.775" v="279"/>
          <ac:inkMkLst>
            <pc:docMk/>
            <pc:sldMk cId="2136960591" sldId="257"/>
            <ac:inkMk id="158" creationId="{75385B74-69A5-44AE-9150-CF24E9D2C526}"/>
          </ac:inkMkLst>
        </pc:inkChg>
        <pc:inkChg chg="add">
          <ac:chgData name="Auralius Manurung" userId="" providerId="" clId="Web-{D786D7F5-3B0C-470C-BCC7-79ECC3FE2B22}" dt="2020-06-01T08:51:59.775" v="280"/>
          <ac:inkMkLst>
            <pc:docMk/>
            <pc:sldMk cId="2136960591" sldId="257"/>
            <ac:inkMk id="159" creationId="{98A4B1BD-3600-4356-ADF5-72C3E02AFA71}"/>
          </ac:inkMkLst>
        </pc:inkChg>
        <pc:inkChg chg="add">
          <ac:chgData name="Auralius Manurung" userId="" providerId="" clId="Web-{D786D7F5-3B0C-470C-BCC7-79ECC3FE2B22}" dt="2020-06-01T08:51:59.790" v="281"/>
          <ac:inkMkLst>
            <pc:docMk/>
            <pc:sldMk cId="2136960591" sldId="257"/>
            <ac:inkMk id="160" creationId="{2D70EACD-5AD8-4034-9B87-28A7CE95B493}"/>
          </ac:inkMkLst>
        </pc:inkChg>
        <pc:inkChg chg="add">
          <ac:chgData name="Auralius Manurung" userId="" providerId="" clId="Web-{D786D7F5-3B0C-470C-BCC7-79ECC3FE2B22}" dt="2020-06-01T08:51:59.790" v="282"/>
          <ac:inkMkLst>
            <pc:docMk/>
            <pc:sldMk cId="2136960591" sldId="257"/>
            <ac:inkMk id="161" creationId="{A8619429-B138-43DA-BDF1-08AEAB7E98EE}"/>
          </ac:inkMkLst>
        </pc:inkChg>
        <pc:inkChg chg="add">
          <ac:chgData name="Auralius Manurung" userId="" providerId="" clId="Web-{D786D7F5-3B0C-470C-BCC7-79ECC3FE2B22}" dt="2020-06-01T08:51:59.790" v="283"/>
          <ac:inkMkLst>
            <pc:docMk/>
            <pc:sldMk cId="2136960591" sldId="257"/>
            <ac:inkMk id="162" creationId="{D65A50EE-3FAF-457F-A315-4E3415453CA3}"/>
          </ac:inkMkLst>
        </pc:inkChg>
        <pc:inkChg chg="add">
          <ac:chgData name="Auralius Manurung" userId="" providerId="" clId="Web-{D786D7F5-3B0C-470C-BCC7-79ECC3FE2B22}" dt="2020-06-01T08:51:59.790" v="284"/>
          <ac:inkMkLst>
            <pc:docMk/>
            <pc:sldMk cId="2136960591" sldId="257"/>
            <ac:inkMk id="163" creationId="{F6F8BE35-249B-4A08-B474-E021D106F22A}"/>
          </ac:inkMkLst>
        </pc:inkChg>
        <pc:inkChg chg="add">
          <ac:chgData name="Auralius Manurung" userId="" providerId="" clId="Web-{D786D7F5-3B0C-470C-BCC7-79ECC3FE2B22}" dt="2020-06-01T08:51:59.806" v="285"/>
          <ac:inkMkLst>
            <pc:docMk/>
            <pc:sldMk cId="2136960591" sldId="257"/>
            <ac:inkMk id="164" creationId="{5A379782-49FB-499A-86E5-B9F4E3790A65}"/>
          </ac:inkMkLst>
        </pc:inkChg>
        <pc:inkChg chg="add">
          <ac:chgData name="Auralius Manurung" userId="" providerId="" clId="Web-{D786D7F5-3B0C-470C-BCC7-79ECC3FE2B22}" dt="2020-06-01T08:51:59.806" v="286"/>
          <ac:inkMkLst>
            <pc:docMk/>
            <pc:sldMk cId="2136960591" sldId="257"/>
            <ac:inkMk id="165" creationId="{8DA9AEA2-E5CF-433E-AB4D-B7A3A4244A4F}"/>
          </ac:inkMkLst>
        </pc:inkChg>
        <pc:inkChg chg="add">
          <ac:chgData name="Auralius Manurung" userId="" providerId="" clId="Web-{D786D7F5-3B0C-470C-BCC7-79ECC3FE2B22}" dt="2020-06-01T08:51:59.806" v="287"/>
          <ac:inkMkLst>
            <pc:docMk/>
            <pc:sldMk cId="2136960591" sldId="257"/>
            <ac:inkMk id="166" creationId="{665CBFDC-B7DF-4B6E-A233-AC84AA98C5FB}"/>
          </ac:inkMkLst>
        </pc:inkChg>
        <pc:inkChg chg="add">
          <ac:chgData name="Auralius Manurung" userId="" providerId="" clId="Web-{D786D7F5-3B0C-470C-BCC7-79ECC3FE2B22}" dt="2020-06-01T08:51:59.822" v="288"/>
          <ac:inkMkLst>
            <pc:docMk/>
            <pc:sldMk cId="2136960591" sldId="257"/>
            <ac:inkMk id="167" creationId="{E61EF898-9EA9-4448-B60E-7404B51C04B6}"/>
          </ac:inkMkLst>
        </pc:inkChg>
        <pc:inkChg chg="add">
          <ac:chgData name="Auralius Manurung" userId="" providerId="" clId="Web-{D786D7F5-3B0C-470C-BCC7-79ECC3FE2B22}" dt="2020-06-01T08:51:59.822" v="289"/>
          <ac:inkMkLst>
            <pc:docMk/>
            <pc:sldMk cId="2136960591" sldId="257"/>
            <ac:inkMk id="168" creationId="{593F8C73-9B8A-4299-839A-20315F86B6C8}"/>
          </ac:inkMkLst>
        </pc:inkChg>
        <pc:inkChg chg="add">
          <ac:chgData name="Auralius Manurung" userId="" providerId="" clId="Web-{D786D7F5-3B0C-470C-BCC7-79ECC3FE2B22}" dt="2020-06-01T08:51:59.822" v="290"/>
          <ac:inkMkLst>
            <pc:docMk/>
            <pc:sldMk cId="2136960591" sldId="257"/>
            <ac:inkMk id="169" creationId="{029B906E-1966-4508-8479-DD0AB85A5CBD}"/>
          </ac:inkMkLst>
        </pc:inkChg>
        <pc:inkChg chg="add del">
          <ac:chgData name="Auralius Manurung" userId="" providerId="" clId="Web-{D786D7F5-3B0C-470C-BCC7-79ECC3FE2B22}" dt="2020-06-01T08:52:18.510" v="296"/>
          <ac:inkMkLst>
            <pc:docMk/>
            <pc:sldMk cId="2136960591" sldId="257"/>
            <ac:inkMk id="170" creationId="{7313880C-01EE-4FE4-9657-64C3E46C4C5E}"/>
          </ac:inkMkLst>
        </pc:inkChg>
        <pc:inkChg chg="add del">
          <ac:chgData name="Auralius Manurung" userId="" providerId="" clId="Web-{D786D7F5-3B0C-470C-BCC7-79ECC3FE2B22}" dt="2020-06-01T08:52:18.510" v="295"/>
          <ac:inkMkLst>
            <pc:docMk/>
            <pc:sldMk cId="2136960591" sldId="257"/>
            <ac:inkMk id="171" creationId="{3197988F-3B60-4DE0-ABD9-FE18F1CADD91}"/>
          </ac:inkMkLst>
        </pc:inkChg>
        <pc:inkChg chg="add del">
          <ac:chgData name="Auralius Manurung" userId="" providerId="" clId="Web-{D786D7F5-3B0C-470C-BCC7-79ECC3FE2B22}" dt="2020-06-01T08:52:18.510" v="294"/>
          <ac:inkMkLst>
            <pc:docMk/>
            <pc:sldMk cId="2136960591" sldId="257"/>
            <ac:inkMk id="172" creationId="{79799A3B-987A-4174-8CE7-E8651ACBC707}"/>
          </ac:inkMkLst>
        </pc:inkChg>
        <pc:inkChg chg="add">
          <ac:chgData name="Auralius Manurung" userId="" providerId="" clId="Web-{D786D7F5-3B0C-470C-BCC7-79ECC3FE2B22}" dt="2020-06-01T08:52:20.995" v="297"/>
          <ac:inkMkLst>
            <pc:docMk/>
            <pc:sldMk cId="2136960591" sldId="257"/>
            <ac:inkMk id="173" creationId="{3DA077E2-EFCC-4AB7-92C9-F36844A92D29}"/>
          </ac:inkMkLst>
        </pc:inkChg>
        <pc:inkChg chg="add">
          <ac:chgData name="Auralius Manurung" userId="" providerId="" clId="Web-{D786D7F5-3B0C-470C-BCC7-79ECC3FE2B22}" dt="2020-06-01T08:52:21.510" v="298"/>
          <ac:inkMkLst>
            <pc:docMk/>
            <pc:sldMk cId="2136960591" sldId="257"/>
            <ac:inkMk id="174" creationId="{239DACDB-673C-4F67-A776-B6CD10E7870B}"/>
          </ac:inkMkLst>
        </pc:inkChg>
      </pc:sldChg>
      <pc:sldChg chg="modSp new">
        <pc:chgData name="Auralius Manurung" userId="" providerId="" clId="Web-{D786D7F5-3B0C-470C-BCC7-79ECC3FE2B22}" dt="2020-06-01T08:43:35.821" v="72" actId="20577"/>
        <pc:sldMkLst>
          <pc:docMk/>
          <pc:sldMk cId="1546131471" sldId="258"/>
        </pc:sldMkLst>
        <pc:spChg chg="mod">
          <ac:chgData name="Auralius Manurung" userId="" providerId="" clId="Web-{D786D7F5-3B0C-470C-BCC7-79ECC3FE2B22}" dt="2020-06-01T08:43:35.821" v="72" actId="20577"/>
          <ac:spMkLst>
            <pc:docMk/>
            <pc:sldMk cId="1546131471" sldId="258"/>
            <ac:spMk id="2" creationId="{1CDAE30B-A6BD-430D-A50C-CE05E3472A69}"/>
          </ac:spMkLst>
        </pc:spChg>
      </pc:sldChg>
      <pc:sldChg chg="new">
        <pc:chgData name="Auralius Manurung" userId="" providerId="" clId="Web-{D786D7F5-3B0C-470C-BCC7-79ECC3FE2B22}" dt="2020-06-01T08:43:19.726" v="40"/>
        <pc:sldMkLst>
          <pc:docMk/>
          <pc:sldMk cId="3060079531" sldId="259"/>
        </pc:sldMkLst>
      </pc:sldChg>
    </pc:docChg>
  </pc:docChgLst>
  <pc:docChgLst>
    <pc:chgData name="Auralius Manurung" clId="Web-{95AE71D0-6E31-4A64-9C6D-EC14C138CB14}"/>
    <pc:docChg chg="modSld">
      <pc:chgData name="Auralius Manurung" userId="" providerId="" clId="Web-{95AE71D0-6E31-4A64-9C6D-EC14C138CB14}" dt="2020-06-01T13:52:37.123" v="4" actId="1076"/>
      <pc:docMkLst>
        <pc:docMk/>
      </pc:docMkLst>
      <pc:sldChg chg="addSp delSp modSp">
        <pc:chgData name="Auralius Manurung" userId="" providerId="" clId="Web-{95AE71D0-6E31-4A64-9C6D-EC14C138CB14}" dt="2020-06-01T13:52:37.123" v="4" actId="1076"/>
        <pc:sldMkLst>
          <pc:docMk/>
          <pc:sldMk cId="1546131471" sldId="258"/>
        </pc:sldMkLst>
        <pc:spChg chg="del">
          <ac:chgData name="Auralius Manurung" userId="" providerId="" clId="Web-{95AE71D0-6E31-4A64-9C6D-EC14C138CB14}" dt="2020-06-01T13:52:05.295" v="0"/>
          <ac:spMkLst>
            <pc:docMk/>
            <pc:sldMk cId="1546131471" sldId="258"/>
            <ac:spMk id="3" creationId="{692663F5-C958-4ED6-B71C-105FC33C57C1}"/>
          </ac:spMkLst>
        </pc:spChg>
        <pc:picChg chg="add mod ord">
          <ac:chgData name="Auralius Manurung" userId="" providerId="" clId="Web-{95AE71D0-6E31-4A64-9C6D-EC14C138CB14}" dt="2020-06-01T13:52:34.358" v="3" actId="1076"/>
          <ac:picMkLst>
            <pc:docMk/>
            <pc:sldMk cId="1546131471" sldId="258"/>
            <ac:picMk id="4" creationId="{FF30B1D1-33D6-40E9-8992-AA73D5485D28}"/>
          </ac:picMkLst>
        </pc:picChg>
        <pc:picChg chg="add mod">
          <ac:chgData name="Auralius Manurung" userId="" providerId="" clId="Web-{95AE71D0-6E31-4A64-9C6D-EC14C138CB14}" dt="2020-06-01T13:52:37.123" v="4" actId="1076"/>
          <ac:picMkLst>
            <pc:docMk/>
            <pc:sldMk cId="1546131471" sldId="258"/>
            <ac:picMk id="5" creationId="{C7237500-5A3F-4C31-8FA0-EB2CA11B55F0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6-01T13:52:00.8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-2147483648-2147483648 0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0-06-01T13:52:00.8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26591 13493 0 0 0,'52'-3650'0'0'0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06" Type="http://schemas.openxmlformats.org/officeDocument/2006/relationships/customXml" Target="../ink/ink2.xml"/><Relationship Id="rId205" Type="http://schemas.openxmlformats.org/officeDocument/2006/relationships/image" Target="../media/image10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208" Type="http://schemas.openxmlformats.org/officeDocument/2006/relationships/image" Target="../media/image1.png"/><Relationship Id="rId207" Type="http://schemas.openxmlformats.org/officeDocument/2006/relationships/image" Target="../media/image10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cs typeface="Calibri"/>
              </a:rPr>
              <a:t>Constant Gain Feedback Controller </a:t>
            </a:r>
            <a:br>
              <a:rPr lang="en-US" sz="4000" dirty="0">
                <a:cs typeface="Calibri"/>
              </a:rPr>
            </a:br>
            <a:r>
              <a:rPr lang="en-US" sz="4000" dirty="0">
                <a:cs typeface="Calibri"/>
              </a:rPr>
              <a:t>and</a:t>
            </a:r>
            <a:br>
              <a:rPr lang="en-US" sz="4000" dirty="0">
                <a:cs typeface="Calibri"/>
              </a:rPr>
            </a:br>
            <a:r>
              <a:rPr lang="en-US" sz="4000" dirty="0">
                <a:cs typeface="Calibri"/>
              </a:rPr>
              <a:t>On/Off Controller with Hysteresis</a:t>
            </a:r>
            <a:endParaRPr lang="en-US" sz="4000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853002B-8596-48B2-8F67-A612C58DAE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75A55-B48F-400D-A69E-C45DC677D7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Constant Gain Feedback Controller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6C0E935A-CEF3-4DF2-8020-99DA11C17E1B}"/>
                  </a:ext>
                </a:extLst>
              </p14:cNvPr>
              <p14:cNvContentPartPr/>
              <p14:nvPr/>
            </p14:nvContentPartPr>
            <p14:xfrm>
              <a:off x="13222941" y="5393764"/>
              <a:ext cx="19050" cy="1905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6C0E935A-CEF3-4DF2-8020-99DA11C17E1B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12270441" y="4460314"/>
                <a:ext cx="1905000" cy="19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89F82934-AE12-40F6-AF51-4453224DD215}"/>
                  </a:ext>
                </a:extLst>
              </p14:cNvPr>
              <p14:cNvContentPartPr/>
              <p14:nvPr/>
            </p14:nvContentPartPr>
            <p14:xfrm>
              <a:off x="13208000" y="5393764"/>
              <a:ext cx="19050" cy="131445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89F82934-AE12-40F6-AF51-4453224DD215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13186292" y="5376132"/>
                <a:ext cx="62909" cy="1350073"/>
              </a:xfrm>
              <a:prstGeom prst="rect">
                <a:avLst/>
              </a:prstGeom>
            </p:spPr>
          </p:pic>
        </mc:Fallback>
      </mc:AlternateContent>
      <p:pic>
        <p:nvPicPr>
          <p:cNvPr id="152" name="Picture 4" descr="A picture containing screenshot&#10;&#10;Description generated with very high confidence">
            <a:extLst>
              <a:ext uri="{FF2B5EF4-FFF2-40B4-BE49-F238E27FC236}">
                <a16:creationId xmlns:a16="http://schemas.microsoft.com/office/drawing/2014/main" id="{FDE3C1D2-6937-4964-ACFB-194E83FE67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08"/>
          <a:stretch>
            <a:fillRect/>
          </a:stretch>
        </p:blipFill>
        <p:spPr>
          <a:xfrm>
            <a:off x="1914525" y="2115344"/>
            <a:ext cx="8362950" cy="3771900"/>
          </a:xfrm>
        </p:spPr>
      </p:pic>
    </p:spTree>
    <p:extLst>
      <p:ext uri="{BB962C8B-B14F-4D97-AF65-F5344CB8AC3E}">
        <p14:creationId xmlns:p14="http://schemas.microsoft.com/office/powerpoint/2010/main" val="213696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AE30B-A6BD-430D-A50C-CE05E3472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cs typeface="Calibri Light"/>
              </a:rPr>
              <a:t>On/Off Controller with Hysteresis</a:t>
            </a:r>
          </a:p>
        </p:txBody>
      </p:sp>
      <p:pic>
        <p:nvPicPr>
          <p:cNvPr id="4" name="Picture 4" descr="A close up of a clock&#10;&#10;Description generated with high confidence">
            <a:extLst>
              <a:ext uri="{FF2B5EF4-FFF2-40B4-BE49-F238E27FC236}">
                <a16:creationId xmlns:a16="http://schemas.microsoft.com/office/drawing/2014/main" id="{FF30B1D1-33D6-40E9-8992-AA73D5485D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8892" y="2115164"/>
            <a:ext cx="3619500" cy="2190750"/>
          </a:xfrm>
        </p:spPr>
      </p:pic>
      <p:pic>
        <p:nvPicPr>
          <p:cNvPr id="5" name="Picture 5" descr="A picture containing game&#10;&#10;Description generated with very high confidence">
            <a:extLst>
              <a:ext uri="{FF2B5EF4-FFF2-40B4-BE49-F238E27FC236}">
                <a16:creationId xmlns:a16="http://schemas.microsoft.com/office/drawing/2014/main" id="{C7237500-5A3F-4C31-8FA0-EB2CA11B55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532" y="2701708"/>
            <a:ext cx="2743200" cy="159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31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535F4-D629-4769-9360-A8AF67A2D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77510-6A2B-424D-AFBA-B55812E00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79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14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Constant Gain Feedback Controller  and On/Off Controller with Hysteresis</vt:lpstr>
      <vt:lpstr>Constant Gain Feedback Controller</vt:lpstr>
      <vt:lpstr>On/Off Controller with Hysteresis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Lenovo</cp:lastModifiedBy>
  <cp:revision>66</cp:revision>
  <dcterms:created xsi:type="dcterms:W3CDTF">2013-07-15T20:26:40Z</dcterms:created>
  <dcterms:modified xsi:type="dcterms:W3CDTF">2020-08-01T07:12:51Z</dcterms:modified>
</cp:coreProperties>
</file>
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4" r:id="rId8"/>
    <p:sldId id="266" r:id="rId9"/>
    <p:sldId id="257" r:id="rId10"/>
    <p:sldId id="263" r:id="rId11"/>
    <p:sldId id="265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241E6-BC08-4941-979A-75298A96C081}" v="174" dt="2020-06-01T08:14:01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2292" y="-11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alius Manurung" userId="/cByStHXhlp8UySsVrptnwXk+dA77q+o7bCt7JiD7r0=" providerId="None" clId="Web-{2E1241E6-BC08-4941-979A-75298A96C081}"/>
    <pc:docChg chg="modSld">
      <pc:chgData name="Auralius Manurung" userId="/cByStHXhlp8UySsVrptnwXk+dA77q+o7bCt7JiD7r0=" providerId="None" clId="Web-{2E1241E6-BC08-4941-979A-75298A96C081}" dt="2020-06-01T08:14:00.711" v="169" actId="20577"/>
      <pc:docMkLst>
        <pc:docMk/>
      </pc:docMkLst>
      <pc:sldChg chg="addSp modSp">
        <pc:chgData name="Auralius Manurung" userId="/cByStHXhlp8UySsVrptnwXk+dA77q+o7bCt7JiD7r0=" providerId="None" clId="Web-{2E1241E6-BC08-4941-979A-75298A96C081}" dt="2020-06-01T07:59:33.520" v="91" actId="1076"/>
        <pc:sldMkLst>
          <pc:docMk/>
          <pc:sldMk cId="3540670293" sldId="258"/>
        </pc:sldMkLst>
        <pc:spChg chg="add mod">
          <ac:chgData name="Auralius Manurung" userId="/cByStHXhlp8UySsVrptnwXk+dA77q+o7bCt7JiD7r0=" providerId="None" clId="Web-{2E1241E6-BC08-4941-979A-75298A96C081}" dt="2020-06-01T07:58:54.051" v="12" actId="1076"/>
          <ac:spMkLst>
            <pc:docMk/>
            <pc:sldMk cId="3540670293" sldId="258"/>
            <ac:spMk id="10" creationId="{A53AA3DE-D60A-47A8-9B1C-BA6CE1143BAB}"/>
          </ac:spMkLst>
        </pc:spChg>
        <pc:spChg chg="add mod">
          <ac:chgData name="Auralius Manurung" userId="/cByStHXhlp8UySsVrptnwXk+dA77q+o7bCt7JiD7r0=" providerId="None" clId="Web-{2E1241E6-BC08-4941-979A-75298A96C081}" dt="2020-06-01T07:59:33.520" v="91" actId="1076"/>
          <ac:spMkLst>
            <pc:docMk/>
            <pc:sldMk cId="3540670293" sldId="258"/>
            <ac:spMk id="11" creationId="{E1F48C3E-7952-4875-8CE4-6DBAC59D3EEA}"/>
          </ac:spMkLst>
        </pc:spChg>
        <pc:picChg chg="add mod">
          <ac:chgData name="Auralius Manurung" userId="/cByStHXhlp8UySsVrptnwXk+dA77q+o7bCt7JiD7r0=" providerId="None" clId="Web-{2E1241E6-BC08-4941-979A-75298A96C081}" dt="2020-06-01T07:58:40.269" v="9" actId="1076"/>
          <ac:picMkLst>
            <pc:docMk/>
            <pc:sldMk cId="3540670293" sldId="258"/>
            <ac:picMk id="5" creationId="{DE45C37A-B666-4F3C-9C36-B28332CE5CC9}"/>
          </ac:picMkLst>
        </pc:picChg>
      </pc:sldChg>
      <pc:sldChg chg="addSp modSp">
        <pc:chgData name="Auralius Manurung" userId="/cByStHXhlp8UySsVrptnwXk+dA77q+o7bCt7JiD7r0=" providerId="None" clId="Web-{2E1241E6-BC08-4941-979A-75298A96C081}" dt="2020-06-01T07:57:27.050" v="1" actId="1076"/>
        <pc:sldMkLst>
          <pc:docMk/>
          <pc:sldMk cId="2680966386" sldId="261"/>
        </pc:sldMkLst>
        <pc:spChg chg="add mod">
          <ac:chgData name="Auralius Manurung" userId="/cByStHXhlp8UySsVrptnwXk+dA77q+o7bCt7JiD7r0=" providerId="None" clId="Web-{2E1241E6-BC08-4941-979A-75298A96C081}" dt="2020-06-01T07:57:27.050" v="1" actId="1076"/>
          <ac:spMkLst>
            <pc:docMk/>
            <pc:sldMk cId="2680966386" sldId="261"/>
            <ac:spMk id="3" creationId="{89F072CE-F7F6-4C0A-9D38-1754519F7B81}"/>
          </ac:spMkLst>
        </pc:spChg>
      </pc:sldChg>
      <pc:sldChg chg="addSp modSp">
        <pc:chgData name="Auralius Manurung" userId="/cByStHXhlp8UySsVrptnwXk+dA77q+o7bCt7JiD7r0=" providerId="None" clId="Web-{2E1241E6-BC08-4941-979A-75298A96C081}" dt="2020-06-01T08:14:00.695" v="168" actId="20577"/>
        <pc:sldMkLst>
          <pc:docMk/>
          <pc:sldMk cId="2667889910" sldId="262"/>
        </pc:sldMkLst>
        <pc:spChg chg="add">
          <ac:chgData name="Auralius Manurung" userId="/cByStHXhlp8UySsVrptnwXk+dA77q+o7bCt7JiD7r0=" providerId="None" clId="Web-{2E1241E6-BC08-4941-979A-75298A96C081}" dt="2020-06-01T07:57:30.972" v="2"/>
          <ac:spMkLst>
            <pc:docMk/>
            <pc:sldMk cId="2667889910" sldId="262"/>
            <ac:spMk id="3" creationId="{B0EDF716-AC18-40B4-AE66-54F3BB88D737}"/>
          </ac:spMkLst>
        </pc:spChg>
        <pc:spChg chg="add mod">
          <ac:chgData name="Auralius Manurung" userId="/cByStHXhlp8UySsVrptnwXk+dA77q+o7bCt7JiD7r0=" providerId="None" clId="Web-{2E1241E6-BC08-4941-979A-75298A96C081}" dt="2020-06-01T08:14:00.695" v="168" actId="20577"/>
          <ac:spMkLst>
            <pc:docMk/>
            <pc:sldMk cId="2667889910" sldId="262"/>
            <ac:spMk id="8" creationId="{A5C22D29-66A5-464F-9D6F-15ECFFA607E2}"/>
          </ac:spMkLst>
        </pc:spChg>
      </pc:sldChg>
      <pc:sldChg chg="addSp modSp">
        <pc:chgData name="Auralius Manurung" userId="/cByStHXhlp8UySsVrptnwXk+dA77q+o7bCt7JiD7r0=" providerId="None" clId="Web-{2E1241E6-BC08-4941-979A-75298A96C081}" dt="2020-06-01T07:57:45.816" v="5" actId="1076"/>
        <pc:sldMkLst>
          <pc:docMk/>
          <pc:sldMk cId="2614571900" sldId="264"/>
        </pc:sldMkLst>
        <pc:spChg chg="add mod">
          <ac:chgData name="Auralius Manurung" userId="/cByStHXhlp8UySsVrptnwXk+dA77q+o7bCt7JiD7r0=" providerId="None" clId="Web-{2E1241E6-BC08-4941-979A-75298A96C081}" dt="2020-06-01T07:57:45.816" v="5" actId="1076"/>
          <ac:spMkLst>
            <pc:docMk/>
            <pc:sldMk cId="2614571900" sldId="264"/>
            <ac:spMk id="3" creationId="{F0D82E82-9B8B-4F5B-B6D8-7D19B23C63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C33C-9A26-4647-9037-EC0ABEFB5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723A7-5B99-49F3-91D0-B9EC81B7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8BD3-E794-4248-A535-F003E616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7695F-689E-41BB-842D-571E8E0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55264-D58D-434B-8DB6-89CADB4B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8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0526-25E7-4359-91E5-1E751952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D16F-1B94-4C06-B020-EA274DCE3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4C52B-B4D5-4114-812A-218FB788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68961-38B0-44A0-9815-A60D8A4CC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053D7-B6A1-4722-8893-4544E044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62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021C-1DC4-410C-9507-A52529FF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01359-E83D-4213-AA29-F06F6D10B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B66B2-2F13-4EFC-8EE9-F71444C2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93E25-7C62-4217-9D0A-1B8E7F1D8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D4DEE-FA7E-4DB3-B7B8-BFC9DDCB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8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12B7-26F0-4BF0-BCC6-DA3A7DDF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D182-57CE-41D7-B3D4-33A6554BA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9C41-F128-4FE7-8FF5-07FD8E6EE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CAD87-7FF2-4A2F-8B59-0AEA2D2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D35A5-3DF5-4A8D-AF3D-31D28494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5B93F-060B-4A12-983E-0B4034C0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8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C4CE-AC76-41E9-9B65-D95D3B1A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5B0DF-E476-4C5F-B81E-B42AF53A2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07DB6-2918-4DDC-974A-470581182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9AAEA-43DB-46AF-AFD6-A96924B41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4A5DE-70F8-4BAA-9F9C-F70ED0A3B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A0485-746A-46D9-963E-FCCF8A12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7D8A1-B957-444B-B94F-DEE9DDFC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94595-157B-48FB-A528-C84D3608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3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6A68-C43D-4EAE-9E96-48973D9F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70FAB-7EC4-462E-9734-AE6E327A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C3421-4EF6-4D1A-8FA6-4FCFFF78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CD132-0084-433D-93BA-B76888B5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6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45106-3F9C-4E8A-8368-C3775F1B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94C5B-449B-42D0-9308-269C6410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CBEC5-D2D1-4032-9B85-117E775F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6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169F-9C62-40D1-BFD2-2CD43AFA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BD76-BDC5-4D31-957E-201875B43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9C05-478E-4FAB-A70D-6D3B905BE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6BCAA-FCC1-493B-9E57-9A854A110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F0E23-51D6-45C6-8131-51E22A3C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54CDD-3B8B-4241-AEB2-6E8D10AA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1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ECDF-8710-4FBC-8317-EA8D626A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CD65E-A042-485F-9B8E-A18A72001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37865-E175-4311-B255-65818C9CF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B403E-F45F-4875-A6FF-695091C1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0B228-21CA-4FD8-8DAD-EDCF4456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EC7BB-0C46-4B00-9B32-4A7F439F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3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9451-4A74-483F-88F0-2F0F1E1F2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8062-B915-495A-9D57-CA4686C6B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6F3-E47D-407E-9327-DCEDA969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CBAF-698D-4759-BFD4-5DDA21B5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70DD-1558-4904-BC63-9A971EC0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2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D5B45-ECAB-465A-BA4C-6E22ACB4D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A9E8D-03BD-442A-A603-C2F5C810A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08E29-5D41-44D6-9525-D444CB835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A2173-84BD-4BE0-B460-6138B401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03C6D-2699-407B-8DB4-806FFA33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7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B12E4-844A-4A4A-B04C-033F5C2C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34ABF-9672-4922-8CA4-B0DED3FE6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2AABF-A4E0-4E48-8284-D50A41228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F2E8-5B5D-4A20-9A74-A37FC4696883}" type="datetimeFigureOut">
              <a:rPr lang="en-US" smtClean="0"/>
              <a:t>6/1/2020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51417-973D-4BC5-9ADD-7FA5CF7DB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9BF1C-19CF-487A-AF42-518DFEB04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2DD63-1330-42A9-89E0-39730AD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FF61-55B6-4F0E-B379-00DBE06ED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1</a:t>
            </a:r>
            <a:r>
              <a:rPr lang="id-ID" dirty="0"/>
              <a:t>: Preparing the Simulink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43D1B-FCE3-4EBE-898A-FA08F32018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Auralius Manurung</a:t>
            </a:r>
          </a:p>
          <a:p>
            <a:r>
              <a:rPr lang="id-ID" dirty="0"/>
              <a:t>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AC2E-10D4-4E02-A0FB-9FA2643D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where is your Arduino Uno located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45F3D-927F-4CFF-96C1-1992D09B3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device manager: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19390-66C0-41FE-9A54-914C4E58A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43" y="1431251"/>
            <a:ext cx="6901198" cy="514008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42680E4-9D39-4BDE-9296-1C6309402FF4}"/>
              </a:ext>
            </a:extLst>
          </p:cNvPr>
          <p:cNvSpPr/>
          <p:nvPr/>
        </p:nvSpPr>
        <p:spPr>
          <a:xfrm rot="8400613">
            <a:off x="7194966" y="4487592"/>
            <a:ext cx="647114" cy="4783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7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4213-EA45-4777-A5C1-01CC5A80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54EBFF-1548-4287-B26A-CAFD9E152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864776" cy="5006326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DCCDC97E-9666-4864-B6D1-416FE9EBBD02}"/>
              </a:ext>
            </a:extLst>
          </p:cNvPr>
          <p:cNvSpPr/>
          <p:nvPr/>
        </p:nvSpPr>
        <p:spPr>
          <a:xfrm rot="1764232">
            <a:off x="3351934" y="2664549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94FAD2F-DC83-4F5A-A763-790B02054707}"/>
              </a:ext>
            </a:extLst>
          </p:cNvPr>
          <p:cNvSpPr/>
          <p:nvPr/>
        </p:nvSpPr>
        <p:spPr>
          <a:xfrm rot="1764232">
            <a:off x="6467781" y="2671677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A266932-5390-406A-9046-C18B1CCAA208}"/>
              </a:ext>
            </a:extLst>
          </p:cNvPr>
          <p:cNvSpPr/>
          <p:nvPr/>
        </p:nvSpPr>
        <p:spPr>
          <a:xfrm rot="1764232">
            <a:off x="5142368" y="3350955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F362AEE-1A52-4730-9013-47F21CD8EB17}"/>
              </a:ext>
            </a:extLst>
          </p:cNvPr>
          <p:cNvSpPr/>
          <p:nvPr/>
        </p:nvSpPr>
        <p:spPr>
          <a:xfrm rot="1764232">
            <a:off x="1389808" y="1887790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38A00-B27A-491D-A22A-4A27ACE9AD7E}"/>
              </a:ext>
            </a:extLst>
          </p:cNvPr>
          <p:cNvSpPr txBox="1"/>
          <p:nvPr/>
        </p:nvSpPr>
        <p:spPr>
          <a:xfrm>
            <a:off x="5744481" y="3429000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rgbClr val="FF0000"/>
                </a:solidFill>
              </a:rPr>
              <a:t>1 ms sampling time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9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E45C37A-B666-4F3C-9C36-B28332CE5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249" y="1535091"/>
            <a:ext cx="4497237" cy="509780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A53AA3DE-D60A-47A8-9B1C-BA6CE1143BAB}"/>
              </a:ext>
            </a:extLst>
          </p:cNvPr>
          <p:cNvSpPr/>
          <p:nvPr/>
        </p:nvSpPr>
        <p:spPr>
          <a:xfrm rot="1764232">
            <a:off x="7454384" y="1340913"/>
            <a:ext cx="270740" cy="3743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48C3E-7952-4875-8CE4-6DBAC59D3EEA}"/>
              </a:ext>
            </a:extLst>
          </p:cNvPr>
          <p:cNvSpPr txBox="1"/>
          <p:nvPr/>
        </p:nvSpPr>
        <p:spPr>
          <a:xfrm>
            <a:off x="6967268" y="71311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Click the gear icon to open the configuration window</a:t>
            </a:r>
          </a:p>
        </p:txBody>
      </p:sp>
    </p:spTree>
    <p:extLst>
      <p:ext uri="{BB962C8B-B14F-4D97-AF65-F5344CB8AC3E}">
        <p14:creationId xmlns:p14="http://schemas.microsoft.com/office/powerpoint/2010/main" val="354067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CED4-076A-4DD8-AF89-20A18BC3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ECDFBFC-1AE7-435D-9173-568B93F8B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657" y="1690688"/>
            <a:ext cx="7742841" cy="5032084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D4B41452-DD5E-4FF2-975C-862B1C4CEEEB}"/>
              </a:ext>
            </a:extLst>
          </p:cNvPr>
          <p:cNvSpPr/>
          <p:nvPr/>
        </p:nvSpPr>
        <p:spPr>
          <a:xfrm rot="1764232">
            <a:off x="1960306" y="2582906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B095D1C-6824-4F27-9032-AC05ABD53961}"/>
              </a:ext>
            </a:extLst>
          </p:cNvPr>
          <p:cNvSpPr/>
          <p:nvPr/>
        </p:nvSpPr>
        <p:spPr>
          <a:xfrm rot="1764232">
            <a:off x="4128800" y="2086125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C34E65D-840C-45F8-A340-BE2C25F24754}"/>
              </a:ext>
            </a:extLst>
          </p:cNvPr>
          <p:cNvSpPr/>
          <p:nvPr/>
        </p:nvSpPr>
        <p:spPr>
          <a:xfrm rot="1764232">
            <a:off x="4700034" y="3772643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6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9CAA-78CB-43A0-90D0-096420649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2FD161-4CA3-4A8F-BFD3-D984798FA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290" y="1825625"/>
            <a:ext cx="7743289" cy="503237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F7A4BBC-0625-4637-80D4-669A7191506F}"/>
              </a:ext>
            </a:extLst>
          </p:cNvPr>
          <p:cNvSpPr/>
          <p:nvPr/>
        </p:nvSpPr>
        <p:spPr>
          <a:xfrm rot="8627548">
            <a:off x="3770361" y="4106417"/>
            <a:ext cx="607321" cy="277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53CF942-5DF3-4B45-B3DF-E6FB4644CC3A}"/>
              </a:ext>
            </a:extLst>
          </p:cNvPr>
          <p:cNvSpPr/>
          <p:nvPr/>
        </p:nvSpPr>
        <p:spPr>
          <a:xfrm rot="8627548">
            <a:off x="5992861" y="4106418"/>
            <a:ext cx="607321" cy="277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9F072CE-F7F6-4C0A-9D38-1754519F7B81}"/>
              </a:ext>
            </a:extLst>
          </p:cNvPr>
          <p:cNvSpPr/>
          <p:nvPr/>
        </p:nvSpPr>
        <p:spPr>
          <a:xfrm rot="1764232">
            <a:off x="1960306" y="2669170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6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FF63-37AC-474E-A783-1D74C7A0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8F8DCA-A7CA-49C8-8F31-1E0B22B78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5777"/>
            <a:ext cx="6768014" cy="4351338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2E88BC5-BB21-4968-952F-215B7A31702A}"/>
              </a:ext>
            </a:extLst>
          </p:cNvPr>
          <p:cNvSpPr/>
          <p:nvPr/>
        </p:nvSpPr>
        <p:spPr>
          <a:xfrm rot="8627548">
            <a:off x="4892568" y="3661581"/>
            <a:ext cx="607321" cy="277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7DC020F-ADBA-4A5E-8B0C-4B5E1C826154}"/>
              </a:ext>
            </a:extLst>
          </p:cNvPr>
          <p:cNvSpPr/>
          <p:nvPr/>
        </p:nvSpPr>
        <p:spPr>
          <a:xfrm rot="8627548">
            <a:off x="3591638" y="4365036"/>
            <a:ext cx="607321" cy="277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0EDF716-AC18-40B4-AE66-54F3BB88D737}"/>
              </a:ext>
            </a:extLst>
          </p:cNvPr>
          <p:cNvSpPr/>
          <p:nvPr/>
        </p:nvSpPr>
        <p:spPr>
          <a:xfrm rot="1764232">
            <a:off x="1960306" y="2582906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22D29-66A5-464F-9D6F-15ECFFA607E2}"/>
              </a:ext>
            </a:extLst>
          </p:cNvPr>
          <p:cNvSpPr txBox="1"/>
          <p:nvPr/>
        </p:nvSpPr>
        <p:spPr>
          <a:xfrm>
            <a:off x="4738777" y="299911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If your MATLAB crashes a lot, reduce this to 9600.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788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EF11-8810-4CD4-A5AA-3CC23926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840978-6110-415C-9DF3-CF6AF791D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8309" y="1825625"/>
            <a:ext cx="6695381" cy="435133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321424A-28F8-4401-A2D0-879CCEBB503E}"/>
              </a:ext>
            </a:extLst>
          </p:cNvPr>
          <p:cNvSpPr/>
          <p:nvPr/>
        </p:nvSpPr>
        <p:spPr>
          <a:xfrm rot="9097857">
            <a:off x="5870097" y="2526270"/>
            <a:ext cx="1066800" cy="3821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0D82E82-9B8B-4F5B-B6D8-7D19B23C634A}"/>
              </a:ext>
            </a:extLst>
          </p:cNvPr>
          <p:cNvSpPr/>
          <p:nvPr/>
        </p:nvSpPr>
        <p:spPr>
          <a:xfrm rot="1764232">
            <a:off x="4016268" y="2712302"/>
            <a:ext cx="515155" cy="4893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7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C5A2-5981-41C1-AC18-B2B982D0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166BB5-0B56-4562-86AE-09205CB1CBD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712" y="3244056"/>
            <a:ext cx="9172575" cy="15144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52EAB1-BBF8-44A0-9BAE-79AEEEC2C0A8}"/>
              </a:ext>
            </a:extLst>
          </p:cNvPr>
          <p:cNvSpPr/>
          <p:nvPr/>
        </p:nvSpPr>
        <p:spPr>
          <a:xfrm>
            <a:off x="3799715" y="5111770"/>
            <a:ext cx="3922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The Simulink is set to the external mode</a:t>
            </a:r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9C80F79-732F-4535-B23A-B0B9222024BA}"/>
              </a:ext>
            </a:extLst>
          </p:cNvPr>
          <p:cNvSpPr/>
          <p:nvPr/>
        </p:nvSpPr>
        <p:spPr>
          <a:xfrm rot="13000441">
            <a:off x="6641060" y="4388155"/>
            <a:ext cx="412261" cy="740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BAA3-E25A-44E4-9E59-C291CFAB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your Simulink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AF707-4428-4534-85F5-E424C01A7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your system works perfectly.</a:t>
            </a:r>
          </a:p>
          <a:p>
            <a:pPr lvl="1"/>
            <a:r>
              <a:rPr lang="en-US" dirty="0"/>
              <a:t>Open your Simulink, find the “Simulink Library Browser”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5F12A-717C-4E52-B269-7399AD3FA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66" y="2852208"/>
            <a:ext cx="4069389" cy="394222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4DC5239-2835-48B6-A68A-9485C70204C3}"/>
              </a:ext>
            </a:extLst>
          </p:cNvPr>
          <p:cNvSpPr/>
          <p:nvPr/>
        </p:nvSpPr>
        <p:spPr>
          <a:xfrm rot="8627548">
            <a:off x="4689769" y="5221563"/>
            <a:ext cx="607321" cy="277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5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B4369-31B5-4F29-BB81-ED6F83F4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temperature readings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EE131B-EB95-4749-B75E-DCB6E6CAD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7902" y="2510949"/>
            <a:ext cx="5427345" cy="160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9FF18-38FB-4866-A5D8-E86B12D4BFBA}"/>
              </a:ext>
            </a:extLst>
          </p:cNvPr>
          <p:cNvSpPr txBox="1"/>
          <p:nvPr/>
        </p:nvSpPr>
        <p:spPr>
          <a:xfrm>
            <a:off x="1839502" y="4428649"/>
            <a:ext cx="5079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Write the value down </a:t>
            </a:r>
            <a:r>
              <a:rPr lang="id-ID" i="1" dirty="0"/>
              <a:t>before you turn the heating system on </a:t>
            </a:r>
            <a:r>
              <a:rPr lang="en-US" i="1" dirty="0"/>
              <a:t>as this will be your ambient temperature value</a:t>
            </a:r>
            <a:r>
              <a:rPr lang="id-ID" i="1" dirty="0"/>
              <a:t>.</a:t>
            </a:r>
            <a:endParaRPr lang="en-US" i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F259B92-FA5F-45B9-A03F-7DCC5EE523DB}"/>
              </a:ext>
            </a:extLst>
          </p:cNvPr>
          <p:cNvSpPr/>
          <p:nvPr/>
        </p:nvSpPr>
        <p:spPr>
          <a:xfrm rot="8627548">
            <a:off x="4650902" y="2778202"/>
            <a:ext cx="607321" cy="277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A6468-27FB-46C9-84C7-CCF46DD8F3A4}"/>
              </a:ext>
            </a:extLst>
          </p:cNvPr>
          <p:cNvSpPr txBox="1"/>
          <p:nvPr/>
        </p:nvSpPr>
        <p:spPr>
          <a:xfrm>
            <a:off x="5272665" y="2471396"/>
            <a:ext cx="164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Calibration gain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10C800-DAAA-489C-A000-2204934F03B5}"/>
              </a:ext>
            </a:extLst>
          </p:cNvPr>
          <p:cNvSpPr/>
          <p:nvPr/>
        </p:nvSpPr>
        <p:spPr>
          <a:xfrm>
            <a:off x="5203065" y="3631842"/>
            <a:ext cx="953036" cy="759854"/>
          </a:xfrm>
          <a:custGeom>
            <a:avLst/>
            <a:gdLst>
              <a:gd name="connsiteX0" fmla="*/ 0 w 953036"/>
              <a:gd name="connsiteY0" fmla="*/ 759854 h 759854"/>
              <a:gd name="connsiteX1" fmla="*/ 721217 w 953036"/>
              <a:gd name="connsiteY1" fmla="*/ 618186 h 759854"/>
              <a:gd name="connsiteX2" fmla="*/ 953036 w 953036"/>
              <a:gd name="connsiteY2" fmla="*/ 0 h 759854"/>
              <a:gd name="connsiteX3" fmla="*/ 953036 w 953036"/>
              <a:gd name="connsiteY3" fmla="*/ 0 h 759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3036" h="759854">
                <a:moveTo>
                  <a:pt x="0" y="759854"/>
                </a:moveTo>
                <a:cubicBezTo>
                  <a:pt x="281189" y="752341"/>
                  <a:pt x="562378" y="744828"/>
                  <a:pt x="721217" y="618186"/>
                </a:cubicBezTo>
                <a:cubicBezTo>
                  <a:pt x="880056" y="491544"/>
                  <a:pt x="953036" y="0"/>
                  <a:pt x="953036" y="0"/>
                </a:cubicBezTo>
                <a:lnTo>
                  <a:pt x="953036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B141-7940-47DF-8148-DBA844EC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PWM output,</a:t>
            </a:r>
            <a:r>
              <a:rPr lang="id-ID" dirty="0"/>
              <a:t> is the resistor getting hot</a:t>
            </a:r>
            <a:r>
              <a:rPr lang="en-US" dirty="0"/>
              <a:t>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3F925C-AA05-4E56-BDCF-E73A43E9C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937" y="3008313"/>
            <a:ext cx="5572125" cy="151447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5E7F8BDA-BF04-4A44-9AC3-FF52867412A4}"/>
              </a:ext>
            </a:extLst>
          </p:cNvPr>
          <p:cNvSpPr/>
          <p:nvPr/>
        </p:nvSpPr>
        <p:spPr>
          <a:xfrm rot="18206999">
            <a:off x="6277735" y="4278492"/>
            <a:ext cx="1092200" cy="673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E75B2-9F71-4AE5-BBFC-C7F85433BEA5}"/>
              </a:ext>
            </a:extLst>
          </p:cNvPr>
          <p:cNvSpPr txBox="1"/>
          <p:nvPr/>
        </p:nvSpPr>
        <p:spPr>
          <a:xfrm>
            <a:off x="2273300" y="5071533"/>
            <a:ext cx="2484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Saturation from 0 to 100</a:t>
            </a:r>
            <a:endParaRPr lang="id-ID" dirty="0"/>
          </a:p>
          <a:p>
            <a:r>
              <a:rPr lang="id-ID" dirty="0"/>
              <a:t>(sanity check)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C5185-4674-4B43-BCF0-FB5DB4FC7567}"/>
              </a:ext>
            </a:extLst>
          </p:cNvPr>
          <p:cNvSpPr txBox="1"/>
          <p:nvPr/>
        </p:nvSpPr>
        <p:spPr>
          <a:xfrm>
            <a:off x="5889599" y="5303693"/>
            <a:ext cx="257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Takes value from 0 to 255</a:t>
            </a:r>
            <a:endParaRPr lang="id-ID" dirty="0"/>
          </a:p>
          <a:p>
            <a:r>
              <a:rPr lang="id-ID" dirty="0"/>
              <a:t>We use Pin #9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88728E8-252B-458F-B518-3A4F7F320812}"/>
              </a:ext>
            </a:extLst>
          </p:cNvPr>
          <p:cNvSpPr/>
          <p:nvPr/>
        </p:nvSpPr>
        <p:spPr>
          <a:xfrm rot="18206999">
            <a:off x="3267836" y="4186238"/>
            <a:ext cx="1092200" cy="673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94A4DD2-3090-48B1-AC88-B493B1FF1245}"/>
              </a:ext>
            </a:extLst>
          </p:cNvPr>
          <p:cNvSpPr/>
          <p:nvPr/>
        </p:nvSpPr>
        <p:spPr>
          <a:xfrm>
            <a:off x="1739871" y="3429000"/>
            <a:ext cx="1092200" cy="673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A58F5-F79A-43FD-A10D-643ED7364478}"/>
              </a:ext>
            </a:extLst>
          </p:cNvPr>
          <p:cNvSpPr txBox="1"/>
          <p:nvPr/>
        </p:nvSpPr>
        <p:spPr>
          <a:xfrm>
            <a:off x="838200" y="2975960"/>
            <a:ext cx="287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is in percent (0-100%)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3725B-E5B6-471C-9253-9B5A670AF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31" y="3429000"/>
            <a:ext cx="3219209" cy="252937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E04D9B-0300-4FFA-941A-37DEE231E766}"/>
              </a:ext>
            </a:extLst>
          </p:cNvPr>
          <p:cNvSpPr/>
          <p:nvPr/>
        </p:nvSpPr>
        <p:spPr>
          <a:xfrm>
            <a:off x="7713980" y="4237196"/>
            <a:ext cx="1450054" cy="1096549"/>
          </a:xfrm>
          <a:custGeom>
            <a:avLst/>
            <a:gdLst>
              <a:gd name="connsiteX0" fmla="*/ 0 w 1725769"/>
              <a:gd name="connsiteY0" fmla="*/ 0 h 1126277"/>
              <a:gd name="connsiteX1" fmla="*/ 309093 w 1725769"/>
              <a:gd name="connsiteY1" fmla="*/ 862885 h 1126277"/>
              <a:gd name="connsiteX2" fmla="*/ 1365160 w 1725769"/>
              <a:gd name="connsiteY2" fmla="*/ 1120462 h 1126277"/>
              <a:gd name="connsiteX3" fmla="*/ 1725769 w 1725769"/>
              <a:gd name="connsiteY3" fmla="*/ 1017431 h 112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5769" h="1126277">
                <a:moveTo>
                  <a:pt x="0" y="0"/>
                </a:moveTo>
                <a:cubicBezTo>
                  <a:pt x="40783" y="338070"/>
                  <a:pt x="81566" y="676141"/>
                  <a:pt x="309093" y="862885"/>
                </a:cubicBezTo>
                <a:cubicBezTo>
                  <a:pt x="536620" y="1049629"/>
                  <a:pt x="1129047" y="1094704"/>
                  <a:pt x="1365160" y="1120462"/>
                </a:cubicBezTo>
                <a:cubicBezTo>
                  <a:pt x="1601273" y="1146220"/>
                  <a:pt x="1663521" y="1081825"/>
                  <a:pt x="1725769" y="1017431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22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C722371-D2F0-4277-8E8C-84E8E647A889}"/>
              </a:ext>
            </a:extLst>
          </p:cNvPr>
          <p:cNvGrpSpPr/>
          <p:nvPr/>
        </p:nvGrpSpPr>
        <p:grpSpPr>
          <a:xfrm>
            <a:off x="381000" y="171450"/>
            <a:ext cx="11430000" cy="6515100"/>
            <a:chOff x="381000" y="171450"/>
            <a:chExt cx="11430000" cy="6515100"/>
          </a:xfrm>
        </p:grpSpPr>
        <p:pic>
          <p:nvPicPr>
            <p:cNvPr id="1030" name="Picture 6" descr="Image result for notebook template">
              <a:extLst>
                <a:ext uri="{FF2B5EF4-FFF2-40B4-BE49-F238E27FC236}">
                  <a16:creationId xmlns:a16="http://schemas.microsoft.com/office/drawing/2014/main" id="{6A20C50D-54E5-4454-B666-87B57058F6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71450"/>
              <a:ext cx="5715000" cy="6515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Image result for notebook template">
              <a:extLst>
                <a:ext uri="{FF2B5EF4-FFF2-40B4-BE49-F238E27FC236}">
                  <a16:creationId xmlns:a16="http://schemas.microsoft.com/office/drawing/2014/main" id="{A0BC9C9B-5CE3-4175-AA66-D8B28CD705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71450"/>
              <a:ext cx="5715000" cy="6515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6BA9BD-5E09-4081-A881-884C1BDC766F}"/>
                </a:ext>
              </a:extLst>
            </p:cNvPr>
            <p:cNvSpPr/>
            <p:nvPr/>
          </p:nvSpPr>
          <p:spPr>
            <a:xfrm>
              <a:off x="725090" y="310634"/>
              <a:ext cx="7977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d-ID" dirty="0"/>
                <a:t>Notes:</a:t>
              </a:r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5660D13-3F3B-4622-A888-AB377856AD26}"/>
                </a:ext>
              </a:extLst>
            </p:cNvPr>
            <p:cNvSpPr/>
            <p:nvPr/>
          </p:nvSpPr>
          <p:spPr>
            <a:xfrm>
              <a:off x="6440090" y="310634"/>
              <a:ext cx="7977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d-ID" dirty="0"/>
                <a:t>Notes: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30083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C722371-D2F0-4277-8E8C-84E8E647A889}"/>
              </a:ext>
            </a:extLst>
          </p:cNvPr>
          <p:cNvGrpSpPr/>
          <p:nvPr/>
        </p:nvGrpSpPr>
        <p:grpSpPr>
          <a:xfrm>
            <a:off x="381000" y="171450"/>
            <a:ext cx="11430000" cy="6515100"/>
            <a:chOff x="381000" y="171450"/>
            <a:chExt cx="11430000" cy="6515100"/>
          </a:xfrm>
        </p:grpSpPr>
        <p:pic>
          <p:nvPicPr>
            <p:cNvPr id="1030" name="Picture 6" descr="Image result for notebook template">
              <a:extLst>
                <a:ext uri="{FF2B5EF4-FFF2-40B4-BE49-F238E27FC236}">
                  <a16:creationId xmlns:a16="http://schemas.microsoft.com/office/drawing/2014/main" id="{6A20C50D-54E5-4454-B666-87B57058F6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71450"/>
              <a:ext cx="5715000" cy="6515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Image result for notebook template">
              <a:extLst>
                <a:ext uri="{FF2B5EF4-FFF2-40B4-BE49-F238E27FC236}">
                  <a16:creationId xmlns:a16="http://schemas.microsoft.com/office/drawing/2014/main" id="{A0BC9C9B-5CE3-4175-AA66-D8B28CD705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71450"/>
              <a:ext cx="5715000" cy="6515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6BA9BD-5E09-4081-A881-884C1BDC766F}"/>
                </a:ext>
              </a:extLst>
            </p:cNvPr>
            <p:cNvSpPr/>
            <p:nvPr/>
          </p:nvSpPr>
          <p:spPr>
            <a:xfrm>
              <a:off x="725090" y="310634"/>
              <a:ext cx="7977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d-ID" dirty="0"/>
                <a:t>Notes:</a:t>
              </a:r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5660D13-3F3B-4622-A888-AB377856AD26}"/>
                </a:ext>
              </a:extLst>
            </p:cNvPr>
            <p:cNvSpPr/>
            <p:nvPr/>
          </p:nvSpPr>
          <p:spPr>
            <a:xfrm>
              <a:off x="6440090" y="310634"/>
              <a:ext cx="7977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d-ID" dirty="0"/>
                <a:t>Notes: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0018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144</Words>
  <Application>Microsoft Office PowerPoint</Application>
  <PresentationFormat>Widescreen</PresentationFormat>
  <Paragraphs>30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Lab 1: Preparing the Simulink</vt:lpstr>
      <vt:lpstr>Check where is your Arduino Uno located</vt:lpstr>
      <vt:lpstr>Configure your Simulink</vt:lpstr>
      <vt:lpstr>Configure your Simulink</vt:lpstr>
      <vt:lpstr>Configure your Simulink</vt:lpstr>
      <vt:lpstr>Configure your Simulink</vt:lpstr>
      <vt:lpstr>Configure your Simulink</vt:lpstr>
      <vt:lpstr>Configure your Simulink</vt:lpstr>
      <vt:lpstr>Configure your Simulink</vt:lpstr>
      <vt:lpstr>Check the temperature readings</vt:lpstr>
      <vt:lpstr>Check your PWM output, is the resistor getting hot?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</dc:title>
  <dc:creator>Dosen 5</dc:creator>
  <cp:lastModifiedBy>RePack by Diakov</cp:lastModifiedBy>
  <cp:revision>51</cp:revision>
  <dcterms:created xsi:type="dcterms:W3CDTF">2019-04-05T03:51:41Z</dcterms:created>
  <dcterms:modified xsi:type="dcterms:W3CDTF">2020-06-01T08:14:03Z</dcterms:modified>
</cp:coreProperties>
</file>
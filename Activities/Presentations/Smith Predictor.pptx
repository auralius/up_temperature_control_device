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0" r:id="rId4"/>
    <p:sldId id="258" r:id="rId5"/>
    <p:sldId id="261" r:id="rId6"/>
    <p:sldId id="259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 showGuides="1">
      <p:cViewPr varScale="1">
        <p:scale>
          <a:sx n="70" d="100"/>
          <a:sy n="70" d="100"/>
        </p:scale>
        <p:origin x="660" y="7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12AB94-7145-4970-ACFA-15B4EAF7575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7B248D7-FEA0-44A5-8D04-2AFB3ABFB91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CABD85-4D6A-435A-B2E6-B7F08C724C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36065D-AC5C-417B-9565-B1B64C082BD3}" type="datetimeFigureOut">
              <a:rPr lang="en-US" smtClean="0"/>
              <a:t>8/2/2020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B6AC0F-EF33-4B3D-9BA4-EE7B69F15E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CFE228-4EC7-4603-9A3B-8B1CC114A4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1859F1-2EB9-4AED-8982-EFD8783C4D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7732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14854E-89A3-4B36-97B3-D171718150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6C48A4-7CF7-45A8-AC96-23991DA94F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08407C-6066-46ED-AF48-995F63AE4B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36065D-AC5C-417B-9565-B1B64C082BD3}" type="datetimeFigureOut">
              <a:rPr lang="en-US" smtClean="0"/>
              <a:t>8/2/2020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E31445-38F2-4C26-908D-4EAAE09834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C00522-34CA-4502-9BCF-72BAB6C193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1859F1-2EB9-4AED-8982-EFD8783C4D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81869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66DC24-CAB3-41D7-8D6A-9BB92CBB57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7F1149-8226-4E44-A8F0-9253EC322B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550F69-7CF0-452B-93CA-81E7BA85B2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36065D-AC5C-417B-9565-B1B64C082BD3}" type="datetimeFigureOut">
              <a:rPr lang="en-US" smtClean="0"/>
              <a:t>8/2/2020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CE7A44-502B-4799-B73A-588217E12B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6CA2E8-8EED-4172-9DD7-B4E0A8DF17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1859F1-2EB9-4AED-8982-EFD8783C4D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3161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65403C-F036-494E-BD1E-B8BAD42291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EC198F-10A0-4509-9D43-ADF6AD8B117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3AB6265-A2CB-4C17-A6A2-ABCCF5B0D0F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682FE28-E4AB-4D1B-A624-0269A52E76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36065D-AC5C-417B-9565-B1B64C082BD3}" type="datetimeFigureOut">
              <a:rPr lang="en-US" smtClean="0"/>
              <a:t>8/2/2020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ECB9D35-8A80-48F5-A2BA-E63F650377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01961A6-EF39-4A51-A17E-6564B8165C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1859F1-2EB9-4AED-8982-EFD8783C4D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0326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E752E5-06AB-482E-BA4A-97AAFB8A23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25EED6F-BE4E-4384-AACA-21F93D33CF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5D0B7D9-ADBC-4DD5-ADFC-A165E56D821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4779C96-E16A-47F2-A4FD-D140351849B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7C76286-7EBF-4759-A33F-2D7CA7F89AB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5E540E0-6F82-440D-AD20-9BD8F6706A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36065D-AC5C-417B-9565-B1B64C082BD3}" type="datetimeFigureOut">
              <a:rPr lang="en-US" smtClean="0"/>
              <a:t>8/2/2020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C8171D1-E206-4BD1-8BA4-83CD02B979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9AB3C43-A011-4758-A56B-F377A14B35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1859F1-2EB9-4AED-8982-EFD8783C4D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73051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951AC0-2D67-4732-8645-6749611090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E01B6FB-8984-4D9A-9CA1-220D191929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36065D-AC5C-417B-9565-B1B64C082BD3}" type="datetimeFigureOut">
              <a:rPr lang="en-US" smtClean="0"/>
              <a:t>8/2/2020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0285301-6472-4D94-9B4E-28B59925EB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1809A9B-289E-4832-9140-5E0A896646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1859F1-2EB9-4AED-8982-EFD8783C4D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61979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FD8B365-A757-4C45-9265-EF7DAE435D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36065D-AC5C-417B-9565-B1B64C082BD3}" type="datetimeFigureOut">
              <a:rPr lang="en-US" smtClean="0"/>
              <a:t>8/2/2020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04BCF04-92BE-494E-ACC1-EB53A9E5CC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0DBD0E-4096-4B4B-9472-77040343AF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1859F1-2EB9-4AED-8982-EFD8783C4D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68980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645AFB-8878-4A0F-ADFF-F70AE00471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6B1976-EE10-4382-923C-A119D168EE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D51AC72-4D3D-4582-8977-056AAF41D3A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7F67657-B403-4A65-9F3F-AD2056D5A2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36065D-AC5C-417B-9565-B1B64C082BD3}" type="datetimeFigureOut">
              <a:rPr lang="en-US" smtClean="0"/>
              <a:t>8/2/2020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A6EFC8A-4271-4359-80BF-DA29B928F5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EC8F5B8-9B92-445C-97C0-8244E194B2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1859F1-2EB9-4AED-8982-EFD8783C4D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31375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7A2EE9-628D-4CF4-ADC6-C2B140C5AF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99FEA51-B3AA-4694-A1BB-54D861ECCAB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07269D2-7043-4CA2-9327-9C161405001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347F21C-8EFE-4D74-AFC9-F6CF9822A7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36065D-AC5C-417B-9565-B1B64C082BD3}" type="datetimeFigureOut">
              <a:rPr lang="en-US" smtClean="0"/>
              <a:t>8/2/2020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AEA14E6-40B4-4D55-A22E-1E8A32241A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95A55B5-9572-43D4-A8AB-CABD87C26B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1859F1-2EB9-4AED-8982-EFD8783C4D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25558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C01D95-FF51-4C88-ABD5-44E1B1A117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213DA4A-3574-4A12-A01B-EB66A2264C9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4CCCF3-9D39-4F0F-BB1A-6C577B52D2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36065D-AC5C-417B-9565-B1B64C082BD3}" type="datetimeFigureOut">
              <a:rPr lang="en-US" smtClean="0"/>
              <a:t>8/2/2020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6FBE75-3D1E-4B98-9F20-99B1E06D85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A49F4A-6DB4-45B0-92A3-277D7678EC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1859F1-2EB9-4AED-8982-EFD8783C4D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90035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464F2CC-C5E7-4571-BB51-29C51FA4D0A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473A980-7E2F-4FD4-AFC0-A0AB51927E6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781944-BCF1-4602-8884-CE3EC92E9D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36065D-AC5C-417B-9565-B1B64C082BD3}" type="datetimeFigureOut">
              <a:rPr lang="en-US" smtClean="0"/>
              <a:t>8/2/2020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654183-C2AD-49EA-B86F-977EE77D98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A0943B-7F11-4F13-907A-E46381A65B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1859F1-2EB9-4AED-8982-EFD8783C4D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55246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867AE99-AE58-4156-94ED-1B9248B4A5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C67D30C-DE39-4E0D-81E4-30C4553E2A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843673-414F-445D-A044-36A121E9F1B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936065D-AC5C-417B-9565-B1B64C082BD3}" type="datetimeFigureOut">
              <a:rPr lang="en-US" smtClean="0"/>
              <a:t>8/2/2020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299815-2355-42F7-A8C5-8098C06112C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C09DA4-156F-4B68-A43D-0C7D3F351D6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51859F1-2EB9-4AED-8982-EFD8783C4D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19523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2E287A-7AAB-46EE-8E95-63201092D34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id-ID" dirty="0"/>
              <a:t>Smith Predictor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3808DFA-05EB-4F4C-8A54-597E2735445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ME</a:t>
            </a:r>
          </a:p>
          <a:p>
            <a:r>
              <a:rPr lang="en-US" dirty="0" err="1"/>
              <a:t>Universitas</a:t>
            </a:r>
            <a:r>
              <a:rPr lang="en-US" dirty="0"/>
              <a:t> </a:t>
            </a:r>
            <a:r>
              <a:rPr lang="en-US" dirty="0" err="1"/>
              <a:t>Pertamina</a:t>
            </a:r>
            <a:endParaRPr lang="en-US" dirty="0"/>
          </a:p>
          <a:p>
            <a:r>
              <a:rPr lang="en-US" dirty="0"/>
              <a:t>2020</a:t>
            </a:r>
          </a:p>
        </p:txBody>
      </p:sp>
    </p:spTree>
    <p:extLst>
      <p:ext uri="{BB962C8B-B14F-4D97-AF65-F5344CB8AC3E}">
        <p14:creationId xmlns:p14="http://schemas.microsoft.com/office/powerpoint/2010/main" val="1385981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EEFB22-29E7-4100-9DB0-ECEF68EFA5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d-ID" dirty="0"/>
              <a:t>Intended Learning Outcomes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4F188C-5A9C-4F85-9C61-43B7F961A8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d-ID" dirty="0"/>
              <a:t>Students learn how a mathematical model can benefit control performance of a system.</a:t>
            </a:r>
          </a:p>
          <a:p>
            <a:r>
              <a:rPr lang="id-ID" dirty="0"/>
              <a:t>Students can explain how time delay affects a control system performance.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781025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F3301F-574B-49D1-A30A-5FB73D2CA9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d-ID" dirty="0"/>
              <a:t>Tasks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D5D10C2-CC03-49BF-BE1C-128B0A5A687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id-ID" dirty="0"/>
                  <a:t>Implement a constant gain feedback controller and a constant gain feedback controller with Smith  Predictor.</a:t>
                </a:r>
              </a:p>
              <a:p>
                <a:r>
                  <a:rPr lang="id-ID" dirty="0"/>
                  <a:t>Compare the performance of both controllers.</a:t>
                </a:r>
              </a:p>
              <a:p>
                <a:r>
                  <a:rPr lang="id-ID" dirty="0"/>
                  <a:t>Set the gain of both controller to be larger then the </a:t>
                </a:r>
                <a14:m>
                  <m:oMath xmlns:m="http://schemas.openxmlformats.org/officeDocument/2006/math">
                    <m:r>
                      <a:rPr lang="id-ID" b="0" i="1" smtClean="0">
                        <a:latin typeface="Cambria Math" panose="02040503050406030204" pitchFamily="18" charset="0"/>
                      </a:rPr>
                      <m:t>𝑗</m:t>
                    </m:r>
                    <m:r>
                      <a:rPr lang="id-ID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𝜔</m:t>
                    </m:r>
                  </m:oMath>
                </a14:m>
                <a:r>
                  <a:rPr lang="id-ID" dirty="0"/>
                  <a:t>-crossing gain from the root-locus method.</a:t>
                </a: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D5D10C2-CC03-49BF-BE1C-128B0A5A687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677461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B214D7-5E7C-40EF-8029-10A2C9035A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d-ID" dirty="0"/>
              <a:t>The Classical Smith Predictor [1]</a:t>
            </a:r>
            <a:endParaRPr lang="en-US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E31874A7-5B15-401B-9244-54C3F794622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765395" y="2347415"/>
            <a:ext cx="8343390" cy="3463771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FB5C843F-78E4-4F3F-91B6-69EC627351EC}"/>
              </a:ext>
            </a:extLst>
          </p:cNvPr>
          <p:cNvSpPr txBox="1"/>
          <p:nvPr/>
        </p:nvSpPr>
        <p:spPr>
          <a:xfrm>
            <a:off x="7274257" y="3894634"/>
            <a:ext cx="13299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d-ID" dirty="0">
                <a:solidFill>
                  <a:srgbClr val="FF0000"/>
                </a:solidFill>
              </a:rPr>
              <a:t>TDTC Model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AE7A914-78E7-45A2-94A6-DCC9EF1C6182}"/>
              </a:ext>
            </a:extLst>
          </p:cNvPr>
          <p:cNvSpPr txBox="1"/>
          <p:nvPr/>
        </p:nvSpPr>
        <p:spPr>
          <a:xfrm>
            <a:off x="4607174" y="3894634"/>
            <a:ext cx="10776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d-ID" dirty="0">
                <a:solidFill>
                  <a:srgbClr val="FF0000"/>
                </a:solidFill>
              </a:rPr>
              <a:t>TC Model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E6377A5-AC14-4D15-A9B1-B7E7ADEC4CCA}"/>
              </a:ext>
            </a:extLst>
          </p:cNvPr>
          <p:cNvSpPr/>
          <p:nvPr/>
        </p:nvSpPr>
        <p:spPr>
          <a:xfrm>
            <a:off x="4607173" y="4198619"/>
            <a:ext cx="3799847" cy="784861"/>
          </a:xfrm>
          <a:prstGeom prst="rect">
            <a:avLst/>
          </a:prstGeom>
          <a:noFill/>
          <a:ln w="28575"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14350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B65EE5-6B12-40AF-9539-C9EFA8227E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d-ID" dirty="0"/>
              <a:t>Some results</a:t>
            </a:r>
            <a:endParaRPr lang="en-US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858BB1FA-59A8-4DC0-828B-4A257C8E641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185252" y="1229353"/>
            <a:ext cx="7504659" cy="5628647"/>
          </a:xfrm>
          <a:prstGeom prst="rect">
            <a:avLst/>
          </a:prstGeom>
        </p:spPr>
      </p:pic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00F6275A-31AA-465E-8B21-2191E6697B78}"/>
              </a:ext>
            </a:extLst>
          </p:cNvPr>
          <p:cNvCxnSpPr/>
          <p:nvPr/>
        </p:nvCxnSpPr>
        <p:spPr>
          <a:xfrm flipH="1">
            <a:off x="4899546" y="1992573"/>
            <a:ext cx="777923" cy="600502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21250AC4-0F57-4144-A66D-B080C51DC9E6}"/>
              </a:ext>
            </a:extLst>
          </p:cNvPr>
          <p:cNvCxnSpPr/>
          <p:nvPr/>
        </p:nvCxnSpPr>
        <p:spPr>
          <a:xfrm flipH="1">
            <a:off x="6905766" y="2254665"/>
            <a:ext cx="777923" cy="600502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26250AF3-1679-45DA-A06A-F7DC82E9094F}"/>
              </a:ext>
            </a:extLst>
          </p:cNvPr>
          <p:cNvSpPr txBox="1"/>
          <p:nvPr/>
        </p:nvSpPr>
        <p:spPr>
          <a:xfrm>
            <a:off x="5288507" y="1705969"/>
            <a:ext cx="15768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Less overshoot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76C666F-F35E-4978-BC83-6A646D9DD4D5}"/>
              </a:ext>
            </a:extLst>
          </p:cNvPr>
          <p:cNvSpPr txBox="1"/>
          <p:nvPr/>
        </p:nvSpPr>
        <p:spPr>
          <a:xfrm>
            <a:off x="7080039" y="1945227"/>
            <a:ext cx="16678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Less oscillations</a:t>
            </a:r>
          </a:p>
        </p:txBody>
      </p:sp>
    </p:spTree>
    <p:extLst>
      <p:ext uri="{BB962C8B-B14F-4D97-AF65-F5344CB8AC3E}">
        <p14:creationId xmlns:p14="http://schemas.microsoft.com/office/powerpoint/2010/main" val="1525033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E6A031-FEF7-40CF-A102-84E073B300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d-ID" dirty="0"/>
              <a:t>References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30585C-FF90-4116-B4E2-162A789144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id-ID" dirty="0"/>
              <a:t>[1] </a:t>
            </a:r>
            <a:r>
              <a:rPr lang="en-US" dirty="0"/>
              <a:t>O. J. M. Smith, “Closed Control of Loop with Dead Time,” Chemical Engineering Progress 53(5), pp 217-219, 1957</a:t>
            </a:r>
          </a:p>
        </p:txBody>
      </p:sp>
    </p:spTree>
    <p:extLst>
      <p:ext uri="{BB962C8B-B14F-4D97-AF65-F5344CB8AC3E}">
        <p14:creationId xmlns:p14="http://schemas.microsoft.com/office/powerpoint/2010/main" val="115648845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391</TotalTime>
  <Words>126</Words>
  <Application>Microsoft Office PowerPoint</Application>
  <PresentationFormat>Widescreen</PresentationFormat>
  <Paragraphs>19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Arial</vt:lpstr>
      <vt:lpstr>Calibri</vt:lpstr>
      <vt:lpstr>Calibri Light</vt:lpstr>
      <vt:lpstr>Cambria Math</vt:lpstr>
      <vt:lpstr>Office Theme</vt:lpstr>
      <vt:lpstr>Smith Predictor</vt:lpstr>
      <vt:lpstr>Intended Learning Outcomes</vt:lpstr>
      <vt:lpstr>Tasks</vt:lpstr>
      <vt:lpstr>The Classical Smith Predictor [1]</vt:lpstr>
      <vt:lpstr>Some results</vt:lpstr>
      <vt:lpstr>References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Lenovo</dc:creator>
  <cp:lastModifiedBy>Lenovo</cp:lastModifiedBy>
  <cp:revision>16</cp:revision>
  <dcterms:created xsi:type="dcterms:W3CDTF">2020-06-28T01:24:59Z</dcterms:created>
  <dcterms:modified xsi:type="dcterms:W3CDTF">2020-08-02T16:20:15Z</dcterms:modified>
</cp:coreProperties>
</file>
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66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AB94-7145-4970-ACFA-15B4EAF75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B248D7-FEA0-44A5-8D04-2AFB3ABFB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ABD85-4D6A-435A-B2E6-B7F08C724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6AC0F-EF33-4B3D-9BA4-EE7B69F15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228-4EC7-4603-9A3B-8B1CC114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73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4854E-89A3-4B36-97B3-D17171815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C48A4-7CF7-45A8-AC96-23991DA9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8407C-6066-46ED-AF48-995F63AE4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31445-38F2-4C26-908D-4EAAE0983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00522-34CA-4502-9BCF-72BAB6C19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86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6DC24-CAB3-41D7-8D6A-9BB92CBB5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149-8226-4E44-A8F0-9253EC322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50F69-7CF0-452B-93CA-81E7BA85B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E7A44-502B-4799-B73A-588217E12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CA2E8-8EED-4172-9DD7-B4E0A8DF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16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5403C-F036-494E-BD1E-B8BAD4229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C198F-10A0-4509-9D43-ADF6AD8B11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B6265-A2CB-4C17-A6A2-ABCCF5B0D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2FE28-E4AB-4D1B-A624-0269A52E7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B9D35-8A80-48F5-A2BA-E63F65037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961A6-EF39-4A51-A17E-6564B8165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032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752E5-06AB-482E-BA4A-97AAFB8A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EED6F-BE4E-4384-AACA-21F93D33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D0B7D9-ADBC-4DD5-ADFC-A165E56D82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779C96-E16A-47F2-A4FD-D140351849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C76286-7EBF-4759-A33F-2D7CA7F89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E540E0-6F82-440D-AD20-9BD8F6706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8171D1-E206-4BD1-8BA4-83CD02B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AB3C43-A011-4758-A56B-F377A14B3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305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51AC0-2D67-4732-8645-67496110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01B6FB-8984-4D9A-9CA1-220D19192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285301-6472-4D94-9B4E-28B59925E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09A9B-289E-4832-9140-5E0A89664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19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D8B365-A757-4C45-9265-EF7DAE435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4BCF04-92BE-494E-ACC1-EB53A9E5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DBD0E-4096-4B4B-9472-77040343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98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45AFB-8878-4A0F-ADFF-F70AE0047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1976-EE10-4382-923C-A119D168E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51AC72-4D3D-4582-8977-056AAF41D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67657-B403-4A65-9F3F-AD2056D5A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EFC8A-4271-4359-80BF-DA29B928F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8F5B8-9B92-445C-97C0-8244E194B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37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A2EE9-628D-4CF4-ADC6-C2B140C5A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9FEA51-B3AA-4694-A1BB-54D861ECCA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7269D2-7043-4CA2-9327-9C1614050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7F21C-8EFE-4D74-AFC9-F6CF9822A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A14E6-40B4-4D55-A22E-1E8A3224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A55B5-9572-43D4-A8AB-CABD87C26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555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01D95-FF51-4C88-ABD5-44E1B1A11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3DA4A-3574-4A12-A01B-EB66A2264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CCCF3-9D39-4F0F-BB1A-6C577B52D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6FBE75-3D1E-4B98-9F20-99B1E06D8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49F4A-6DB4-45B0-92A3-277D7678E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003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64F2CC-C5E7-4571-BB51-29C51FA4D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73A980-7E2F-4FD4-AFC0-A0AB5192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81944-BCF1-4602-8884-CE3EC92E9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4183-C2AD-49EA-B86F-977EE77D9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943B-7F11-4F13-907A-E46381A65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2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67AE99-AE58-4156-94ED-1B9248B4A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7D30C-DE39-4E0D-81E4-30C4553E2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43673-414F-445D-A044-36A121E9F1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6065D-AC5C-417B-9565-B1B64C082BD3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99815-2355-42F7-A8C5-8098C0611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09DA4-156F-4B68-A43D-0C7D3F351D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859F1-2EB9-4AED-8982-EFD8783C4D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952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E287A-7AAB-46EE-8E95-63201092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d-ID" dirty="0"/>
              <a:t>Smith Predictor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08DFA-05EB-4F4C-8A54-597E273544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98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EFB22-29E7-4100-9DB0-ECEF68EFA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Intended Learning Outcomes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F188C-5A9C-4F85-9C61-43B7F961A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Students learn how a mathematical model can benefit control performance of a system.</a:t>
            </a:r>
          </a:p>
          <a:p>
            <a:r>
              <a:rPr lang="id-ID" dirty="0"/>
              <a:t>Students can explain how time delay affects a control system performance.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102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3301F-574B-49D1-A30A-5FB73D2C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Tasks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5D10C2-CC03-49BF-BE1C-128B0A5A68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d-ID" dirty="0"/>
                  <a:t>Implement a constant gain feedback controller and a constant gain feedback controller with Smith  Predictor.</a:t>
                </a:r>
              </a:p>
              <a:p>
                <a:r>
                  <a:rPr lang="id-ID" dirty="0"/>
                  <a:t>Compare the performance of both controllers.</a:t>
                </a:r>
              </a:p>
              <a:p>
                <a:r>
                  <a:rPr lang="id-ID" dirty="0"/>
                  <a:t>Set the gain of both controller to be larger then the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d-ID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id-ID" dirty="0"/>
                  <a:t>-crossing gain from the root-locus method.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5D10C2-CC03-49BF-BE1C-128B0A5A68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7746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214D7-5E7C-40EF-8029-10A2C9035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The Classical Smith Predictor [1]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31874A7-5B15-401B-9244-54C3F79462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5395" y="2347415"/>
            <a:ext cx="8343390" cy="34637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C843F-78E4-4F3F-91B6-69EC627351EC}"/>
              </a:ext>
            </a:extLst>
          </p:cNvPr>
          <p:cNvSpPr txBox="1"/>
          <p:nvPr/>
        </p:nvSpPr>
        <p:spPr>
          <a:xfrm>
            <a:off x="7274257" y="3894634"/>
            <a:ext cx="1329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FF0000"/>
                </a:solidFill>
              </a:rPr>
              <a:t>TDTC Model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E7A914-78E7-45A2-94A6-DCC9EF1C6182}"/>
              </a:ext>
            </a:extLst>
          </p:cNvPr>
          <p:cNvSpPr txBox="1"/>
          <p:nvPr/>
        </p:nvSpPr>
        <p:spPr>
          <a:xfrm>
            <a:off x="4607174" y="3894634"/>
            <a:ext cx="10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FF0000"/>
                </a:solidFill>
              </a:rPr>
              <a:t>TC Model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377A5-AC14-4D15-A9B1-B7E7ADEC4CCA}"/>
              </a:ext>
            </a:extLst>
          </p:cNvPr>
          <p:cNvSpPr/>
          <p:nvPr/>
        </p:nvSpPr>
        <p:spPr>
          <a:xfrm>
            <a:off x="4607173" y="4198619"/>
            <a:ext cx="3799847" cy="784861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435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65EE5-6B12-40AF-9539-C9EFA8227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Some results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58BB1FA-59A8-4DC0-828B-4A257C8E64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5252" y="1229353"/>
            <a:ext cx="7504659" cy="562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3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A031-FEF7-40CF-A102-84E073B3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0585C-FF90-4116-B4E2-162A78914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d-ID" dirty="0"/>
              <a:t>[1] </a:t>
            </a:r>
            <a:r>
              <a:rPr lang="en-US" dirty="0"/>
              <a:t>O. J. . Smith, “Closed Control of Loop with Dead Time,” </a:t>
            </a:r>
            <a:r>
              <a:rPr lang="en-US" i="1" dirty="0"/>
              <a:t>Chem. Eng. Prog.</a:t>
            </a:r>
            <a:r>
              <a:rPr lang="en-US" dirty="0"/>
              <a:t>, vol. 53, pp. 217–219, 1957, [Online]. Available: https://ci.nii.ac.jp/naid/10026070106/en/.</a:t>
            </a:r>
          </a:p>
        </p:txBody>
      </p:sp>
    </p:spTree>
    <p:extLst>
      <p:ext uri="{BB962C8B-B14F-4D97-AF65-F5344CB8AC3E}">
        <p14:creationId xmlns:p14="http://schemas.microsoft.com/office/powerpoint/2010/main" val="1156488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145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Smith Predictor</vt:lpstr>
      <vt:lpstr>Intended Learning Outcomes</vt:lpstr>
      <vt:lpstr>Tasks</vt:lpstr>
      <vt:lpstr>The Classical Smith Predictor [1]</vt:lpstr>
      <vt:lpstr>Some results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Lenovo</cp:lastModifiedBy>
  <cp:revision>11</cp:revision>
  <dcterms:created xsi:type="dcterms:W3CDTF">2020-06-28T01:24:59Z</dcterms:created>
  <dcterms:modified xsi:type="dcterms:W3CDTF">2020-06-28T09:07:00Z</dcterms:modified>
</cp:coreProperties>
</file>
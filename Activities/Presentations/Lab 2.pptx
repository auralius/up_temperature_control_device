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7" r:id="rId6"/>
    <p:sldId id="259" r:id="rId7"/>
    <p:sldId id="265" r:id="rId8"/>
    <p:sldId id="266" r:id="rId9"/>
    <p:sldId id="260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7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5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3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1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3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6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5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5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8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92351-DC79-477B-9F1A-5335BAFBA9C2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FE430-8264-484C-88BC-58E3440C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1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First Order Plus Time Delay (FOPTD) Model</a:t>
            </a:r>
            <a:br>
              <a:rPr lang="en-US" sz="3200" dirty="0"/>
            </a:br>
            <a:r>
              <a:rPr lang="en-US" sz="3200" dirty="0"/>
              <a:t>or</a:t>
            </a:r>
            <a:br>
              <a:rPr lang="en-US" sz="3200" dirty="0"/>
            </a:br>
            <a:r>
              <a:rPr lang="en-US" sz="3200" dirty="0"/>
              <a:t>Time Delay Time Constant (TDTC)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D9BF7-E37C-4175-B9B9-027A47856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</a:t>
            </a:r>
          </a:p>
          <a:p>
            <a:r>
              <a:rPr lang="en-US" dirty="0" err="1"/>
              <a:t>Universitas</a:t>
            </a:r>
            <a:r>
              <a:rPr lang="en-US" dirty="0"/>
              <a:t> </a:t>
            </a:r>
            <a:r>
              <a:rPr lang="en-US" dirty="0" err="1"/>
              <a:t>Pertamina</a:t>
            </a:r>
            <a:endParaRPr lang="en-US" dirty="0"/>
          </a:p>
          <a:p>
            <a:r>
              <a:rPr lang="en-US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421585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response Experiment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2034">
            <a:off x="5887191" y="1280955"/>
            <a:ext cx="1784339" cy="237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4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an input of 50%.</a:t>
            </a:r>
          </a:p>
          <a:p>
            <a:r>
              <a:rPr lang="en-US" dirty="0"/>
              <a:t>Run the Simulink, record the time, the input and the output.</a:t>
            </a:r>
          </a:p>
          <a:p>
            <a:r>
              <a:rPr lang="en-US" dirty="0"/>
              <a:t>Run for at least for 1</a:t>
            </a:r>
            <a:r>
              <a:rPr lang="id-ID" dirty="0"/>
              <a:t>5</a:t>
            </a:r>
            <a:r>
              <a:rPr lang="en-US" dirty="0"/>
              <a:t>00 seconds.</a:t>
            </a:r>
          </a:p>
        </p:txBody>
      </p:sp>
    </p:spTree>
    <p:extLst>
      <p:ext uri="{BB962C8B-B14F-4D97-AF65-F5344CB8AC3E}">
        <p14:creationId xmlns:p14="http://schemas.microsoft.com/office/powerpoint/2010/main" val="89751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50% of Input PWM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7810"/>
            <a:ext cx="8229600" cy="4310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1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Temperature offset has been removed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1082"/>
            <a:ext cx="8229600" cy="438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00658" y="1700808"/>
                <a:ext cx="52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𝑠𝑠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658" y="1700808"/>
                <a:ext cx="523670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3068960"/>
            <a:ext cx="236220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7816857" y="5085184"/>
            <a:ext cx="288032" cy="858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49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91" y="1600200"/>
            <a:ext cx="819161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Zoomed-in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V="1">
            <a:off x="999863" y="5877272"/>
            <a:ext cx="0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528" y="6165304"/>
                <a:ext cx="2073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 starts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6165304"/>
                <a:ext cx="207396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35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994777" y="4149080"/>
            <a:ext cx="237095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0789" y="4339427"/>
            <a:ext cx="120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delay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33747" y="4339427"/>
                <a:ext cx="931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747" y="4339427"/>
                <a:ext cx="93198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3528" y="4708759"/>
                <a:ext cx="4677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708759"/>
                <a:ext cx="467756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027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TDTC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903" y="2996952"/>
            <a:ext cx="5305425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11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all the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2204864"/>
                <a:ext cx="4320480" cy="305720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𝑠𝑠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51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63.2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63.2%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i="1">
                          <a:latin typeface="Cambria Math"/>
                        </a:rPr>
                        <m:t>51</m:t>
                      </m:r>
                      <m:r>
                        <a:rPr lang="en-US" b="0" i="1" smtClean="0">
                          <a:latin typeface="Cambria Math"/>
                        </a:rPr>
                        <m:t>=32.23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63.2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=243.6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51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50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=1.02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2204864"/>
                <a:ext cx="4320480" cy="30572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412776"/>
            <a:ext cx="2986150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6931848" y="3284984"/>
            <a:ext cx="0" cy="216024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28184" y="5363924"/>
                <a:ext cx="3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5363924"/>
                <a:ext cx="34830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796136" y="5445224"/>
            <a:ext cx="113571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264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315" b="-21315"/>
          <a:stretch/>
        </p:blipFill>
        <p:spPr bwMode="auto">
          <a:xfrm>
            <a:off x="1043608" y="1196752"/>
            <a:ext cx="7355160" cy="672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655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C6E3-EFEA-49E7-A43B-00FEC409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2DCB-F051-4AA9-9B00-E4757CDCF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absolute error (for every time point) and plot the error.</a:t>
            </a:r>
          </a:p>
          <a:p>
            <a:r>
              <a:rPr lang="en-US" dirty="0"/>
              <a:t>Can you also find the integral of the absolute error (the area under the curve that you just found)?</a:t>
            </a:r>
          </a:p>
        </p:txBody>
      </p:sp>
    </p:spTree>
    <p:extLst>
      <p:ext uri="{BB962C8B-B14F-4D97-AF65-F5344CB8AC3E}">
        <p14:creationId xmlns:p14="http://schemas.microsoft.com/office/powerpoint/2010/main" val="301343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145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First Order Plus Time Delay (FOPTD) Model or Time Delay Time Constant (TDTC) model</vt:lpstr>
      <vt:lpstr>Step response Experiment</vt:lpstr>
      <vt:lpstr>PowerPoint Presentation</vt:lpstr>
      <vt:lpstr>50% of Input PWM</vt:lpstr>
      <vt:lpstr>Temperature offset has been removed</vt:lpstr>
      <vt:lpstr>Zoomed-in around t=0</vt:lpstr>
      <vt:lpstr>The TDTC model</vt:lpstr>
      <vt:lpstr>Find all the parameters</vt:lpstr>
      <vt:lpstr>Results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RePack by Diakov</dc:creator>
  <cp:lastModifiedBy>Lenovo</cp:lastModifiedBy>
  <cp:revision>33</cp:revision>
  <dcterms:created xsi:type="dcterms:W3CDTF">2019-10-27T08:26:17Z</dcterms:created>
  <dcterms:modified xsi:type="dcterms:W3CDTF">2020-08-01T14:16:04Z</dcterms:modified>
</cp:coreProperties>
</file>
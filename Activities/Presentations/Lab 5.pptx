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2" r:id="rId5"/>
    <p:sldId id="258" r:id="rId6"/>
    <p:sldId id="260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4CC3F6-7869-455B-840E-C838D79282C9}" v="34" dt="2020-06-01T08:16:45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141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ralius Manurung" userId="/cByStHXhlp8UySsVrptnwXk+dA77q+o7bCt7JiD7r0=" providerId="None" clId="Web-{D64CC3F6-7869-455B-840E-C838D79282C9}"/>
    <pc:docChg chg="modSld">
      <pc:chgData name="Auralius Manurung" userId="/cByStHXhlp8UySsVrptnwXk+dA77q+o7bCt7JiD7r0=" providerId="None" clId="Web-{D64CC3F6-7869-455B-840E-C838D79282C9}" dt="2020-06-01T08:16:45.472" v="31" actId="20577"/>
      <pc:docMkLst>
        <pc:docMk/>
      </pc:docMkLst>
      <pc:sldChg chg="modSp">
        <pc:chgData name="Auralius Manurung" userId="/cByStHXhlp8UySsVrptnwXk+dA77q+o7bCt7JiD7r0=" providerId="None" clId="Web-{D64CC3F6-7869-455B-840E-C838D79282C9}" dt="2020-06-01T08:16:44.284" v="29" actId="20577"/>
        <pc:sldMkLst>
          <pc:docMk/>
          <pc:sldMk cId="19747059" sldId="256"/>
        </pc:sldMkLst>
        <pc:spChg chg="mod">
          <ac:chgData name="Auralius Manurung" userId="/cByStHXhlp8UySsVrptnwXk+dA77q+o7bCt7JiD7r0=" providerId="None" clId="Web-{D64CC3F6-7869-455B-840E-C838D79282C9}" dt="2020-06-01T08:16:35.940" v="4" actId="20577"/>
          <ac:spMkLst>
            <pc:docMk/>
            <pc:sldMk cId="19747059" sldId="256"/>
            <ac:spMk id="2" creationId="{00000000-0000-0000-0000-000000000000}"/>
          </ac:spMkLst>
        </pc:spChg>
        <pc:spChg chg="mod">
          <ac:chgData name="Auralius Manurung" userId="/cByStHXhlp8UySsVrptnwXk+dA77q+o7bCt7JiD7r0=" providerId="None" clId="Web-{D64CC3F6-7869-455B-840E-C838D79282C9}" dt="2020-06-01T08:16:44.284" v="29" actId="20577"/>
          <ac:spMkLst>
            <pc:docMk/>
            <pc:sldMk cId="19747059" sldId="25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501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168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786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23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299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39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465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23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79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309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498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68A8D3-8D1B-4876-AABD-6CCD1B1613E5}" type="datetimeFigureOut">
              <a:rPr lang="en-US" smtClean="0"/>
              <a:t>6/1/2020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0AC3C5-D019-40F7-AF6F-7B991AC51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951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Lab 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Model Based Controller</a:t>
            </a:r>
          </a:p>
        </p:txBody>
      </p:sp>
    </p:spTree>
    <p:extLst>
      <p:ext uri="{BB962C8B-B14F-4D97-AF65-F5344CB8AC3E}">
        <p14:creationId xmlns:p14="http://schemas.microsoft.com/office/powerpoint/2010/main" val="1974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Model Reference Adaptive Control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DBD1A43-4531-499D-A554-013229FBAA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5616" y="1988840"/>
            <a:ext cx="7513050" cy="381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16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DAEC8-9E97-4140-AC01-7251BC147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d-ID" dirty="0"/>
              <a:t>MRAC</a:t>
            </a:r>
            <a:br>
              <a:rPr lang="id-ID" dirty="0"/>
            </a:br>
            <a:r>
              <a:rPr lang="id-ID" dirty="0"/>
              <a:t>MIT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70E5F3-5EBB-4DA0-B8F3-2C21A53342F7}"/>
                  </a:ext>
                </a:extLst>
              </p:cNvPr>
              <p:cNvSpPr txBox="1"/>
              <p:nvPr/>
            </p:nvSpPr>
            <p:spPr>
              <a:xfrm>
                <a:off x="4427984" y="4614784"/>
                <a:ext cx="1323054" cy="525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70E5F3-5EBB-4DA0-B8F3-2C21A53342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7984" y="4614784"/>
                <a:ext cx="1323054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777A6DC-476E-4B50-B7D8-96D6E3D223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347" y="1916832"/>
            <a:ext cx="8229600" cy="2483489"/>
          </a:xfrm>
        </p:spPr>
      </p:pic>
    </p:spTree>
    <p:extLst>
      <p:ext uri="{BB962C8B-B14F-4D97-AF65-F5344CB8AC3E}">
        <p14:creationId xmlns:p14="http://schemas.microsoft.com/office/powerpoint/2010/main" val="4160694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DAEC8-9E97-4140-AC01-7251BC147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d-ID" dirty="0"/>
              <a:t>MRAC</a:t>
            </a:r>
            <a:br>
              <a:rPr lang="id-ID" dirty="0"/>
            </a:br>
            <a:r>
              <a:rPr lang="id-ID" dirty="0"/>
              <a:t>Modified MIT Rule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70E5F3-5EBB-4DA0-B8F3-2C21A53342F7}"/>
                  </a:ext>
                </a:extLst>
              </p:cNvPr>
              <p:cNvSpPr txBox="1"/>
              <p:nvPr/>
            </p:nvSpPr>
            <p:spPr>
              <a:xfrm>
                <a:off x="4427984" y="4614784"/>
                <a:ext cx="1430905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d-ID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id-ID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d-ID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d-ID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id-ID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id-ID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d-ID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id-ID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id-ID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70E5F3-5EBB-4DA0-B8F3-2C21A53342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7984" y="4614784"/>
                <a:ext cx="1430905" cy="5732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499BD86-0B0D-4410-9F4F-A61C143B92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80377"/>
            <a:ext cx="8229600" cy="2608511"/>
          </a:xfrm>
        </p:spPr>
      </p:pic>
    </p:spTree>
    <p:extLst>
      <p:ext uri="{BB962C8B-B14F-4D97-AF65-F5344CB8AC3E}">
        <p14:creationId xmlns:p14="http://schemas.microsoft.com/office/powerpoint/2010/main" val="37065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Reference Adaptive Control</a:t>
            </a:r>
            <a:br>
              <a:rPr lang="en-US" dirty="0"/>
            </a:br>
            <a:r>
              <a:rPr lang="en-US" dirty="0"/>
              <a:t>Modified MIT Rule</a:t>
            </a: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23322"/>
            <a:ext cx="8229600" cy="34797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68412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59360"/>
            <a:ext cx="8229600" cy="4007643"/>
          </a:xfrm>
        </p:spPr>
      </p:pic>
    </p:spTree>
    <p:extLst>
      <p:ext uri="{BB962C8B-B14F-4D97-AF65-F5344CB8AC3E}">
        <p14:creationId xmlns:p14="http://schemas.microsoft.com/office/powerpoint/2010/main" val="3243062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24</Words>
  <Application>Microsoft Office PowerPoint</Application>
  <PresentationFormat>On-screen Show (4:3)</PresentationFormat>
  <Paragraphs>8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Lab 5</vt:lpstr>
      <vt:lpstr>Model Reference Adaptive Control</vt:lpstr>
      <vt:lpstr>MRAC MIT Rule</vt:lpstr>
      <vt:lpstr>MRAC Modified MIT Rule</vt:lpstr>
      <vt:lpstr>Model Reference Adaptive Control Modified MIT Rule</vt:lpstr>
      <vt:lpstr>PowerPoint Presentation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3b</dc:title>
  <dc:creator>RePack by Diakov</dc:creator>
  <cp:lastModifiedBy>auralius manurung</cp:lastModifiedBy>
  <cp:revision>15</cp:revision>
  <dcterms:created xsi:type="dcterms:W3CDTF">2019-10-28T16:42:59Z</dcterms:created>
  <dcterms:modified xsi:type="dcterms:W3CDTF">2020-06-01T08:16:49Z</dcterms:modified>
</cp:coreProperties>
</file>
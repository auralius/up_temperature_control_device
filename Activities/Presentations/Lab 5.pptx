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2" r:id="rId5"/>
    <p:sldId id="258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4CC3F6-7869-455B-840E-C838D79282C9}" v="34" dt="2020-06-01T08:16:45.7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22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ralius Manurung" userId="/cByStHXhlp8UySsVrptnwXk+dA77q+o7bCt7JiD7r0=" providerId="None" clId="Web-{D64CC3F6-7869-455B-840E-C838D79282C9}"/>
    <pc:docChg chg="modSld">
      <pc:chgData name="Auralius Manurung" userId="/cByStHXhlp8UySsVrptnwXk+dA77q+o7bCt7JiD7r0=" providerId="None" clId="Web-{D64CC3F6-7869-455B-840E-C838D79282C9}" dt="2020-06-01T08:16:45.472" v="31" actId="20577"/>
      <pc:docMkLst>
        <pc:docMk/>
      </pc:docMkLst>
      <pc:sldChg chg="modSp">
        <pc:chgData name="Auralius Manurung" userId="/cByStHXhlp8UySsVrptnwXk+dA77q+o7bCt7JiD7r0=" providerId="None" clId="Web-{D64CC3F6-7869-455B-840E-C838D79282C9}" dt="2020-06-01T08:16:44.284" v="29" actId="20577"/>
        <pc:sldMkLst>
          <pc:docMk/>
          <pc:sldMk cId="19747059" sldId="256"/>
        </pc:sldMkLst>
        <pc:spChg chg="mod">
          <ac:chgData name="Auralius Manurung" userId="/cByStHXhlp8UySsVrptnwXk+dA77q+o7bCt7JiD7r0=" providerId="None" clId="Web-{D64CC3F6-7869-455B-840E-C838D79282C9}" dt="2020-06-01T08:16:35.940" v="4" actId="20577"/>
          <ac:spMkLst>
            <pc:docMk/>
            <pc:sldMk cId="19747059" sldId="256"/>
            <ac:spMk id="2" creationId="{00000000-0000-0000-0000-000000000000}"/>
          </ac:spMkLst>
        </pc:spChg>
        <pc:spChg chg="mod">
          <ac:chgData name="Auralius Manurung" userId="/cByStHXhlp8UySsVrptnwXk+dA77q+o7bCt7JiD7r0=" providerId="None" clId="Web-{D64CC3F6-7869-455B-840E-C838D79282C9}" dt="2020-06-01T08:16:44.284" v="29" actId="20577"/>
          <ac:spMkLst>
            <pc:docMk/>
            <pc:sldMk cId="19747059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A8D3-8D1B-4876-AABD-6CCD1B1613E5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AC3C5-D019-40F7-AF6F-7B991AC51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01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A8D3-8D1B-4876-AABD-6CCD1B1613E5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AC3C5-D019-40F7-AF6F-7B991AC51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168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A8D3-8D1B-4876-AABD-6CCD1B1613E5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AC3C5-D019-40F7-AF6F-7B991AC51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86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A8D3-8D1B-4876-AABD-6CCD1B1613E5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AC3C5-D019-40F7-AF6F-7B991AC51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233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A8D3-8D1B-4876-AABD-6CCD1B1613E5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AC3C5-D019-40F7-AF6F-7B991AC51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299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A8D3-8D1B-4876-AABD-6CCD1B1613E5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AC3C5-D019-40F7-AF6F-7B991AC51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39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A8D3-8D1B-4876-AABD-6CCD1B1613E5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AC3C5-D019-40F7-AF6F-7B991AC51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46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A8D3-8D1B-4876-AABD-6CCD1B1613E5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AC3C5-D019-40F7-AF6F-7B991AC51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523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A8D3-8D1B-4876-AABD-6CCD1B1613E5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AC3C5-D019-40F7-AF6F-7B991AC51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379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A8D3-8D1B-4876-AABD-6CCD1B1613E5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AC3C5-D019-40F7-AF6F-7B991AC51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09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A8D3-8D1B-4876-AABD-6CCD1B1613E5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AC3C5-D019-40F7-AF6F-7B991AC51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98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8A8D3-8D1B-4876-AABD-6CCD1B1613E5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AC3C5-D019-40F7-AF6F-7B991AC51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951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 Reference </a:t>
            </a:r>
            <a:r>
              <a:rPr lang="en-US" dirty="0" err="1"/>
              <a:t>Adaptif</a:t>
            </a:r>
            <a:r>
              <a:rPr lang="en-US" dirty="0"/>
              <a:t> Control (MRAC)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DBD1A43-4531-499D-A554-013229FBAA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568" y="2132856"/>
            <a:ext cx="8229600" cy="418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16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DAEC8-9E97-4140-AC01-7251BC147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/>
              <a:t>MIT Rule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70E5F3-5EBB-4DA0-B8F3-2C21A53342F7}"/>
                  </a:ext>
                </a:extLst>
              </p:cNvPr>
              <p:cNvSpPr txBox="1"/>
              <p:nvPr/>
            </p:nvSpPr>
            <p:spPr>
              <a:xfrm>
                <a:off x="4427984" y="4614784"/>
                <a:ext cx="1323054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id-ID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id-ID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d-ID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id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70E5F3-5EBB-4DA0-B8F3-2C21A5334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4614784"/>
                <a:ext cx="1323054" cy="5259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777A6DC-476E-4B50-B7D8-96D6E3D223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47" y="1916832"/>
            <a:ext cx="8229600" cy="2483489"/>
          </a:xfrm>
        </p:spPr>
      </p:pic>
    </p:spTree>
    <p:extLst>
      <p:ext uri="{BB962C8B-B14F-4D97-AF65-F5344CB8AC3E}">
        <p14:creationId xmlns:p14="http://schemas.microsoft.com/office/powerpoint/2010/main" val="4160694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DAEC8-9E97-4140-AC01-7251BC147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/>
              <a:t>Modified MIT Rule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70E5F3-5EBB-4DA0-B8F3-2C21A53342F7}"/>
                  </a:ext>
                </a:extLst>
              </p:cNvPr>
              <p:cNvSpPr txBox="1"/>
              <p:nvPr/>
            </p:nvSpPr>
            <p:spPr>
              <a:xfrm>
                <a:off x="4427984" y="4614784"/>
                <a:ext cx="1430905" cy="5732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id-ID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d-ID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d-ID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id-ID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lang="id-ID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id-ID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id-ID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d-ID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id-ID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id-ID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70E5F3-5EBB-4DA0-B8F3-2C21A5334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4614784"/>
                <a:ext cx="1430905" cy="5732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499BD86-0B0D-4410-9F4F-A61C143B92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80377"/>
            <a:ext cx="8229600" cy="2608511"/>
          </a:xfrm>
        </p:spPr>
      </p:pic>
    </p:spTree>
    <p:extLst>
      <p:ext uri="{BB962C8B-B14F-4D97-AF65-F5344CB8AC3E}">
        <p14:creationId xmlns:p14="http://schemas.microsoft.com/office/powerpoint/2010/main" val="370656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Modified MIT Rule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23322"/>
            <a:ext cx="8229600" cy="3479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8412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59360"/>
            <a:ext cx="8229600" cy="4007643"/>
          </a:xfrm>
        </p:spPr>
      </p:pic>
    </p:spTree>
    <p:extLst>
      <p:ext uri="{BB962C8B-B14F-4D97-AF65-F5344CB8AC3E}">
        <p14:creationId xmlns:p14="http://schemas.microsoft.com/office/powerpoint/2010/main" val="3243062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</TotalTime>
  <Words>25</Words>
  <Application>Microsoft Office PowerPoint</Application>
  <PresentationFormat>On-screen Show (4:3)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 Math</vt:lpstr>
      <vt:lpstr>Office Theme</vt:lpstr>
      <vt:lpstr>Model Reference Adaptif Control (MRAC)</vt:lpstr>
      <vt:lpstr>PowerPoint Presentation</vt:lpstr>
      <vt:lpstr>MIT Rule</vt:lpstr>
      <vt:lpstr>Modified MIT Rule</vt:lpstr>
      <vt:lpstr>Modified MIT Rule</vt:lpstr>
      <vt:lpstr>Results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3b</dc:title>
  <dc:creator>RePack by Diakov</dc:creator>
  <cp:lastModifiedBy>Lenovo</cp:lastModifiedBy>
  <cp:revision>17</cp:revision>
  <dcterms:created xsi:type="dcterms:W3CDTF">2019-10-28T16:42:59Z</dcterms:created>
  <dcterms:modified xsi:type="dcterms:W3CDTF">2020-08-01T11:30:29Z</dcterms:modified>
</cp:coreProperties>
</file>